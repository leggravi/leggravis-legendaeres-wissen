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höchsten Thron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antarell Extra Bold"/>
              </a:rPr>
              <a:t>Gelobt sei Gott im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antarell Extra Bold"/>
              </a:rPr>
              <a:t>höchsten Thron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Worte: Michael Weiße (1531)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Musik: Melchior Vulpius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Worte: Michael Weiße (1531)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Musik: Melchior Vulpius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Thron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samt Seinem eingebornen Sohn,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der für uns hat genug getan.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Gelobt sei Gott im höchsten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Thron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samt Seinem eingebornen Sohn,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der für uns hat genug getan.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1 (1/2)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1 (2/2)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Des Morgens früh am dritten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Tag,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da noch der Stein am Grabe lag,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erstand er frei ohn alle Klag.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Des Morgens früh am dritten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Tag,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da noch der Stein am Grabe lag,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erstand er frei ohn alle Klag.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2 (1/2)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2 (2/2)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Der Engel sprach: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"Nun fürcht' euch nicht;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denn ich weiß wohl,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was euch gebricht.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Der Engel sprach: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"Nun fürcht' euch nicht;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denn ich weiß wohl,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was euch gebricht.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3 (1/2)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Ihr sucht Jesus,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den find't ihr nicht."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Ihr sucht Jesus,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den find't ihr nicht."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3 (2/2)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Er ist erstanden von dem Tod,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hat überwunden alle Not;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kommt, seht, wo Er gelegen hat.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Er ist erstanden von dem Tod,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hat überwunden alle Not;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kommt, seht, wo Er gelegen 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4 (1/2)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4 (2/2)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Nun bitten wir Dich,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 Christ,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weil Du vom Tod erstanden bist,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verleihe, was uns selig 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Nun bitten wir Dich,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Jesu Christ,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weil Du vom Tod erstanden bist,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verleihe, was uns selig 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5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5 (1/2)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5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5 (2/2)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O mache unser Herz bereit,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damit von Sünden wir befreit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Dir mögen singen allezeit: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O mache unser Herz bereit,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damit von Sünden wir befreit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Dir mögen singen allezeit: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6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6 (1/2)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Halleluja, Halleluja,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Halleluja.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Gelobt sei Gott im höchsten Thron – Strophe 6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Gelobt sei Gott im höchsten Thron – Strophe 6 (2/2)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dies Eine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antarell Extra Bold"/>
              </a:rPr>
              <a:t>Eins ist not! Ach Herr,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antarell Extra Bold"/>
              </a:rPr>
              <a:t>dies Eine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Worte: Johann Heinrich Schröder (1695)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Musik: Adam Krieger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Worte: Johann Heinrich Schröder (1695)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Musik: Adam Krieger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"Eins ist Not!" Ach Herr,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dies Eine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lehre mich erkennen doch;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"Eins ist Not!" Ach Herr,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dies Eine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lehre mich erkennen doch;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 (1/4)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alles andre, wie's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auch scheine,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ist ja nur ein schweres Joch,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alles andre, wie's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auch scheine,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ist ja nur ein schweres Joch,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 (2/4)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darunter das Herze sich naget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plaget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dennoch kein wahres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Vergnügen erjaget.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darunter das Herze sich naget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plaget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dennoch kein wahres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Vergnügen erjaget.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 (3/4)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Erlang ich dies Eine,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das alles ersetzt,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so werd ich mit einem in allem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ergötzt.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Erlang ich dies Eine,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das alles ersetzt,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so werd ich mit einem in allem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ergötzt.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 (4/4)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Also ist auch mein Verlangen,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liebster Jesu, nur nach dir;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lass mich treulich an dir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hangen,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Also ist auch mein Verlangen,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liebster Jesu, nur nach dir;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lass mich treulich an dir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hangen,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4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4 (1/4)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schenke dich zu eigen mir.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Ob viel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auch umkehrten zum größesten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Haufen,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schenke dich zu eigen mir.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Ob viel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auch umkehrten zum größesten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Haufen,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4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4 (2/4)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so will ich dir dennoch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Liebe nachlaufen;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denn dein Wort, o Jesu,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ist Leben und Geist;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so will ich dir dennoch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Liebe nachlaufen;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denn dein Wort, o Jesu,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ist Leben und Geist;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4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4 (3/4)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was ist wohl, das man nicht 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 genießt?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was ist wohl, das man nicht 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Jesus genießt?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4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4 (4/4)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Volles G'nügen, Fried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Freude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meine Seele jetzt ergötzt,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weil auf eine frische Weide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Volles G'nügen, Fried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Freude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meine Seele jetzt ergötzt,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weil auf eine frische Weide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9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9 (1/4)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 Hirt Jesus mich gesetzt.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Nichts Süßes kann also mein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Herze erlaben,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mein Hirt Jesus mich gesetzt.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Nichts Süßes kann also mein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Herze erlaben,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9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9 (2/4)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als wenn ich nur, Jesu,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dich immer soll haben;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nichts, nichts ist,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das also mich innig erquickt,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als wenn ich nur, Jesu,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dich immer soll haben;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nichts, nichts ist,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das also mich innig erquickt,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9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9 (3/4)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als wenn ich dich, Jesu,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im Glauben erblickt.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als wenn ich dich, Jesu,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im Glauben erblickt.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9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9 (4/4)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Drum auch, Jesu, du alleine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sollst mein Ein und Alles sein;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prüf, erfahre, wie ich's meine,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tilge allen Heuchelschein.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Drum auch, Jesu, du alleine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sollst mein Ein und Alles sein;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prüf, erfahre, wie ich's meine,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tilge allen Heuchelschein.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10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10 (1/3)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Sieh, ob ich auf bösem,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betrüglichem Stege,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leite mich, Höchster,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auf ewigem Wege;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Sieh, ob ich auf bösem,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betrüglichem Stege,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leite mich, Höchster,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auf ewigem Wege;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10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10 (2/3)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gib, dass ich nichts achte,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nicht Leben noch Tod,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Jesus gewinne: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dies Eine ist Not.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gib, dass ich nichts achte,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nicht Leben noch Tod,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Jesus gewinne: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dies Eine ist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Eins ist not! Ach Herr, dies Eine – Strophe 10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Eins ist not! Ach Herr, dies Eine – Strophe 10 (3/3)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antarell Extra Bold"/>
              </a:rPr>
              <a:t>Wegebner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Worte: Philip Ngoiei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Musik: Osinachi Kalu Okoro Egbu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Übersetzung: Way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Worte: Philip Ngoiei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Musik: Osinachi Kalu Okoro Egbu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Übersetzung: Way Maker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mitten unter uns.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mitten unter uns.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1 (1/2)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wirkst an diesem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Ort.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wirkst an diesem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Ort.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1 (2/2)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du rührst jedes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Herz.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du rührst jedes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Herz.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3 (1/2)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du heilst jedes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Herz.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du heilst jedes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Herz.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3 (2/2)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du machst Leben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neu.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du machst Leben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neu.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4 (1/2)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hier, du machst Herzen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heil.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hier, du machst Herzen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heil.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bet dich 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4 (2/2)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Du bist Wegebner,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Wundervollbringer,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Worteinhalter, Lichtstrahl im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Dunkel.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(1/2)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Mein Gott, das ist,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wer du bist.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Wegebner – Strophe 2 (2/2)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antarell Extra Bold"/>
              </a:rPr>
              <a:t>Leuchtturm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Worte: Klaus Göttler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Musik: Rend collective, Gareth Gilkeson und Chris Llewellyn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Worte: Klaus Göttler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Musik: Rend collective, Gareth Gilkeson und Chris Llewellyn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Wenn ich zweifle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kämpf mit mir,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wenn ich falle, bleibst du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doch hier.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Wenn ich zweifle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kämpf mit mir,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wenn ich falle, bleibst du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doch hier.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1 (1/2)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Deine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Deine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1 (2/2)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Auch im Schweigen bist du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stets da,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in den Fragen bleibt dein Wort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wahr.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Auch im Schweigen bist du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stets da,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in den Fragen bleibt dein Wort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wahr.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2 (1/2)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Deine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Deine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2 (2/2)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Sei mein Licht, sei mein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strahlst wie ein Leuchtturm,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ich schau auf dich.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Sei mein Licht, sei mein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 strahlst wie ein Leuchtturm,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ich schau auf dich.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 (1/2)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Oh, sei mein Licht,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sei mein Licht.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gabst das Versprechen: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Oh, sei mein Licht,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sei mein Licht.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 gabst das Versprechen: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 (2/2)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Sicher bringst du mich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|: bis ans Land. :| 4x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Sicher bringst du mich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|: bis ans Land. :| 4x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fürcht nicht,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was die Zukunft bringt,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ich geh vorwärts,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mein Herz singt: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Ich fürcht nicht,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was die Zukunft bringt,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ich geh vorwärts,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mein Herz singt: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4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4 (1/2)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Gottes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Gottes Liebe trägt mich durch.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|: Du bist mein Halt in der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rauen See :|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4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4 (2/2)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Sei mein Licht, sei mein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strahlst wie ein Leuchtturm,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ich schau auf dich.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Sei mein Licht, sei mein Licht.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 strahlst wie ein Leuchtturm,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und ich schau auf dich.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 (1/2)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Oh, sei mein Licht,</a:t>
            </a:r>
          </a:p>
          <a:p>
            <a:pPr algn="l">
              <a:spcBef>
                <a:spcPts val="1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sei mein Licht.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Du gabst das Versprechen: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Oh, sei mein Licht,</a:t>
            </a:r>
          </a:p>
          <a:p>
            <a:pPr algn="l">
              <a:spcBef>
                <a:spcPts val="1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sei mein Licht.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Du gabst das Versprechen: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 (2/2)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Sicher bringst du mich 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|: bis ans Land. :| 4x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Sicher bringst du mich 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|: bis ans Land. :| 4x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Leuchtturm – Strophe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Leuchtturm – Strophe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</a:t>
            </a:r>
          </a:p>
          <a:p>
            <a:pPr algn="l">
              <a:spcBef>
                <a:spcPts val="110"/>
              </a:spcBef>
            </a:pPr>
            <a:r>
              <a:rPr sz="5500" b="1">
                <a:ln w="5588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und Leben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360152" cy="347472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500" b="1">
                <a:solidFill>
                  <a:srgbClr val="FFFF00"/>
                </a:solidFill>
                <a:latin typeface="Cantarell Extra Bold"/>
              </a:rPr>
              <a:t>Jesus, unser Trost</a:t>
            </a:r>
          </a:p>
          <a:p>
            <a:pPr algn="l">
              <a:spcBef>
                <a:spcPts val="110"/>
              </a:spcBef>
            </a:pPr>
            <a:r>
              <a:rPr sz="5500" b="1">
                <a:solidFill>
                  <a:srgbClr val="FFFF00"/>
                </a:solidFill>
                <a:latin typeface="Cantarell Extra Bold"/>
              </a:rPr>
              <a:t>und Leben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Worte: Ernst Christoph Homburg (1659)</a:t>
            </a:r>
          </a:p>
          <a:p>
            <a:pPr algn="r">
              <a:spcBef>
                <a:spcPts val="280"/>
              </a:spcBef>
            </a:pPr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Musik: Halle und Johann Sebastian Bach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Worte: Ernst Christoph Homburg (1659)</a:t>
            </a:r>
          </a:p>
          <a:p>
            <a:pPr algn="r">
              <a:spcBef>
                <a:spcPts val="280"/>
              </a:spcBef>
            </a:pPr>
            <a:r>
              <a:rPr sz="1400" b="0">
                <a:solidFill>
                  <a:srgbClr val="FFFF00"/>
                </a:solidFill>
                <a:latin typeface="Cantarell Extra Bold"/>
              </a:rPr>
              <a:t>Musik: Halle und Johann Sebastian Bach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der dem Tode war ergeben;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der hat herrlich und mit Macht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Sieg und Leben wiederbracht.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Jesus, unser Trost und Leben,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der dem Tode war ergeben;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der hat herrlich und mit Macht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Sieg und Leben wiederbracht.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Strophe 1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Strophe 1 (1/2)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Er ist aus des Todes Banden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Als ein Siegesfürst erstanden.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Er ist aus des Todes Banden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Als ein Siegesfürst erstanden.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Strophe 1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Strophe 1 (2/2)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Alleluja! 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Alleluja! 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Refrain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Refrain 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Nunmehr liegt der Tod gebunden,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von dem Leben überwunden,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wir sind seiner Tyrannei,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seines Stachels quitt und frei.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Nunmehr liegt der Tod gebunden,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von dem Leben überwunden,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wir sind seiner Tyrannei,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seines Stachels quitt und frei.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Strophe 2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Strophe 2 (1/2)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Nunmehr steht der Himmel offen,</a:t>
            </a:r>
          </a:p>
          <a:p>
            <a:pPr algn="l">
              <a:spcBef>
                <a:spcPts val="1000"/>
              </a:spcBef>
            </a:pPr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wahrer Friede ist getroffen.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Nunmehr steht der Himmel offen,</a:t>
            </a:r>
          </a:p>
          <a:p>
            <a:pPr algn="l">
              <a:spcBef>
                <a:spcPts val="1000"/>
              </a:spcBef>
            </a:pPr>
            <a:r>
              <a:rPr sz="5000" b="0">
                <a:solidFill>
                  <a:srgbClr val="FFFF00"/>
                </a:solidFill>
                <a:latin typeface="Cantarell Extra Bold"/>
              </a:rPr>
              <a:t>wahrer Friede ist getroffen.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Strophe 2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Strophe 2 (2/2)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ln w="50800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Alleluja! Alleluja!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1672" cy="4823460"/>
          </a:xfrm>
          <a:prstGeom prst="rect">
            <a:avLst/>
          </a:prstGeom>
          <a:noFill/>
        </p:spPr>
        <p:txBody>
          <a:bodyPr wrap="none" anchor="t"/>
          <a:lstStyle/>
          <a:p>
            <a:pPr algn="l"/>
            <a:r>
              <a:rPr sz="5000" b="0">
                <a:solidFill>
                  <a:srgbClr val="FFFF00"/>
                </a:solidFill>
                <a:latin typeface="Cantarell Extra Bold"/>
              </a:rPr>
              <a:t>Alleluja! Alleluja!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ln w="14224">
                  <a:solidFill>
                    <a:srgbClr val="888888"/>
                  </a:solidFill>
                </a:ln>
                <a:solidFill>
                  <a:srgbClr val="FFFF00"/>
                </a:solidFill>
                <a:latin typeface="Cantarell Extra Bold"/>
              </a:rPr>
              <a:t>Jesus, unser Trost und Leben – Refrain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48872" cy="1143000"/>
          </a:xfrm>
          <a:prstGeom prst="rect">
            <a:avLst/>
          </a:prstGeom>
          <a:noFill/>
        </p:spPr>
        <p:txBody>
          <a:bodyPr wrap="none" anchor="t"/>
          <a:lstStyle/>
          <a:p>
            <a:pPr algn="r"/>
            <a:r>
              <a:rPr sz="1400" b="0">
                <a:solidFill>
                  <a:srgbClr val="FFFF00"/>
                </a:solidFill>
                <a:latin typeface="Cantarell Extra Bold"/>
              </a:rPr>
              <a:t>Jesus, unser Trost und Leben – Refrain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