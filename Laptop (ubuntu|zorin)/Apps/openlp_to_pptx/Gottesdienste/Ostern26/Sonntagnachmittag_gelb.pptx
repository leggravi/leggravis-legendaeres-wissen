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DejaVu Serif"/>
              </a:rPr>
              <a:t>Höher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Worte: Steffen Bodemer, Sarah Keim, Jennifer Pepper und Zippora Schneider-Ulrich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Musik: Dominik 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Worte: Steffen Bodemer, Sarah Keim, Jennifer Pepper und Zippora Schneider-Ulrich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Musik: Dominik Laim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sagst, wo die Sonne aufgeht,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bestimmst den Lauf der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zeigst der Dunkelheit die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Grenzen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Du sagst, wo die Sonne aufgeht,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bestimmst den Lauf der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zeigst der Dunkelheit die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Grenzen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1 (1/2)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du spannst den Himmel weit.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und du spannst den Himmel weit.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1 (2/2)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liebst den, der's nicht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verdient hat,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hilfst dem Schwachen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aufzustehn,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Du liebst den, der's nicht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verdient hat,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hilfst dem Schwachen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aufzustehn,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2 (1/2)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wählst den Tod für meine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Rettung,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gibst mir Kraft,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nach vorn zu sehn.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wählst den Tod für meine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Rettung,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gibst mir Kraft,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nach vorn zu sehn.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2 (2/2)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Es gibt keinen, der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gleicht.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mein Gott bist größer,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Es gibt keinen, der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gleicht.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mein Gott bist größer,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höher,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3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3 (1/3)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weiter als der Himmel und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deine Liebe ist tiefer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als das Meer.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was du sagst, bleibt.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weiter als der Himmel und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deine Liebe ist tiefer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als das Meer.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was du sagst, bleibt.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3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3 (2/3)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Es bleibt für alle Zeit.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Darum halt ich fest an dir,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dem Schöpfer der Welt.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Es bleibt für alle Zeit.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Darum halt ich fest an dir,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dem Schöpfer der Welt.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3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3 (3/3)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sagst, wo die Sonne aufgeht,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bestimmst den Lauf der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zeigst der Dunkelheit die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Grenzen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Du sagst, wo die Sonne aufgeht,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bestimmst den Lauf der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zeigst der Dunkelheit die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Grenzen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1 (1/2)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du spannst den Himmel weit.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und du spannst den Himmel weit.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1 (2/2)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liebst den, der's nicht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verdient hat,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hilfst dem Schwachen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aufzustehn,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Du liebst den, der's nicht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verdient hat,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hilfst dem Schwachen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aufzustehn,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2 (1/2)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wählst den Tod für meine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Rettung,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gibst mir Kraft,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nach vorn zu sehn.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wählst den Tod für meine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Rettung,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gibst mir Kraft,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nach vorn zu sehn.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2 (2/2)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Es gibt keinen, der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gleicht.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mein Gott bist größer,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Es gibt keinen, der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gleicht.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mein Gott bist größer,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höher,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3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3 (1/3)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weiter als der Himmel und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deine Liebe ist tiefer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als das Meer.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was du sagst, bleibt.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weiter als der Himmel und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deine Liebe ist tiefer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als das Meer.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was du sagst, bleibt.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3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3 (2/3)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Es bleibt für alle Zeit.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Darum halt ich fest an dir,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dem Schöpfer der Welt.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Es bleibt für alle Zeit.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Darum halt ich fest an dir,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dem Schöpfer der Welt.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3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3 (3/3)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 du stehst hoch über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allem.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Ich will dich ehren mit allem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in mir.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Jesus du stehst hoch über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allem.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Ich will dich ehren mit allem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in mir.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7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7 (1/2)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Ich werd deine Wege niemals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ganz verstehn,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ich kann dich nicht greifen,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doch mein Herz kann dich sehn.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Ich werd deine Wege niemals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ganz verstehn,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ich kann dich nicht greifen,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doch mein Herz kann dich sehn.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7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7 (2/2)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Gott, du bist größer, höher,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weiter als der Himmel und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deine Liebe tiefer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als das Meer.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Gott, du bist größer, höher,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weiter als der Himmel und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deine Liebe tiefer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als das Meer.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8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8 (1/2)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was du sagst, bleibt.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Es bleibt für alle Zeit.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Darum halt ich fest an dir,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dem Schöpfer der Welt.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Und was du sagst, bleibt.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Es bleibt für alle Zeit.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Darum halt ich fest an dir,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dem Schöpfer der Welt.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Höher – Strophe 8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Höher – Strophe 8 (2/2)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DejaVu Serif"/>
              </a:rPr>
              <a:t>Gott rufet noch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Worte: Gerhard Tersteegen (1735)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Übersetzung: Die Sonn hat sich mit ihrem Glanz gewendet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Worte: Gerhard Tersteegen (1735)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Übersetzung: Die Sonn hat sich mit ihrem Glanz gewendet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Sollt ich nicht endlich hören?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Wie lass ich mich bezaubern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betören!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Gott rufet noch.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Sollt ich nicht endlich hören?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Wie lass ich mich bezaubern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betören!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1 (1/2)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Die kurze Freud,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die kurze Zeit vergeht,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meine Seel noch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so gefährlich steht.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Die kurze Freud,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die kurze Zeit vergeht,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meine Seel noch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so gefährlich steht.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1 (2/2)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noch.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Ob ich mein Ohr verstopfet,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er stehet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noch an meiner Tür und klopfet.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Gott rufet noch.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Ob ich mein Ohr verstopfet,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er stehet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noch an meiner Tür und klopfet.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4 (1/2)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Er ist bereit,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dass er mich noch empfang.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Er wartet noch auf mich;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wer weiß, wie lang?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Er ist bereit,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dass er mich noch empfang.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Er wartet noch auf mich;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wer weiß, wie lang?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4 (2/2)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Ich folge Gott, ich will ihm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ganz genügen.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Die Gnade soll im Herzen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endlich siegen.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Ich folge Gott, ich will ihm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ganz genügen.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Die Gnade soll im Herzen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endlich siegen.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7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7 (1/2)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Ich gebe mich; Gott soll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hinfort allein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unbedingt mein Herr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Meister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Ich gebe mich; Gott soll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hinfort allein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unbedingt mein Herr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Meister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7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7 (2/2)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Ach nimm mich hin,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Langmut ohne Maße;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ergreif mich wohl,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dass ich dich nie verlasse.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Ach nimm mich hin,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Langmut ohne Maße;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ergreif mich wohl,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dass ich dich nie verlasse.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8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8 (1/2)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Herr, rede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nur, ich geb begierig Acht;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führ, wie du willst,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ich bin in deiner Macht.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Herr, rede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nur, ich geb begierig Acht;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führ, wie du willst,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ich bin in deiner Macht.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Gott rufet noch – Strophe 8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Gott rufet noch – Strophe 8 (2/2)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DejaVu Serif"/>
              </a:rPr>
              <a:t>Zünde an dein Feuer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Worte: und Music: Hartmut Nitsch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Worte: und Music: Hartmut Nitsch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Feuer, Herr,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im Herzen mir,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hell mög es brennen,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lieber Heiland, dir.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Zünde an dein Feuer, Herr,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im Herzen mir,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hell mög es brennen,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lieber Heiland, dir.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1 (1/2)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Was ich bin und habe,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soll dein Eigen sein.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In deinen Händen schließe fest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mich 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Was ich bin und habe,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soll dein Eigen sein.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In deinen Händen schließe fest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mich 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1 (2/2)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Quelle des Lebens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der Freude Quell,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machst das Dunkel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Seele hell.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Quelle des Lebens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der Freude Quell,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machst das Dunkel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Seele hell.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2 (1/2)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hörst mein Beten,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hilfst aus aller Not,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 Heiland,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mein Herr und Gott.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Du hörst mein Beten,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hilfst aus aller Not,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 Heiland,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mein Herr und Gott.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2 (2/2)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Wollest mich bewahren,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wenn der Satan droht.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bist der Retter, Herr,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von Sünd und Tod.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Wollest mich bewahren,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wenn der Satan droht.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bist der Retter, Herr,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von Sünd und Tod.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3 (1/2)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In der Weltnacht Dunkel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leuchte mir als Stern,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Herr, bleibe bei mir,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sei mir niemals fern.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In der Weltnacht Dunkel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leuchte mir als Stern,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Herr, bleibe bei mir,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sei mir niemals fern.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3 (2/2)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Quelle des Lebens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der Freude Quell,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machst das Dunkel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Seele hell.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Quelle des Lebens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der Freude Quell,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machst das Dunkel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Seele hell.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2 (1/2)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hörst mein Beten,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hilfst aus aller Not,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 Heiland,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mein Herr und Gott.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Du hörst mein Beten,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hilfst aus aller Not,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 Heiland,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mein Herr und Gott.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2 (2/2)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Bald wird uns leuchten Gottes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ewges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Freue dich, Seele,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verzage nicht!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Bald wird uns leuchten Gottes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ewges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Freue dich, Seele,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verzage nicht!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4 (1/2)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Lass die Klagen schweigen,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wenn das Lied erschallt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fröhlichen Glaubens: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Unser Herr kommt bald!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Lass die Klagen schweigen,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wenn das Lied erschallt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fröhlichen Glaubens: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Unser Herr kommt bald!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4 (2/2)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Quelle des Lebens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der Freude Quell,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machst das Dunkel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Seele hell.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Quelle des Lebens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der Freude Quell,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du machst das Dunkel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Seele hell.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2 (1/2)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Du hörst mein Beten,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hilfst aus aller Not,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 Heiland,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mein Herr und Gott.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Du hörst mein Beten,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hilfst aus aller Not,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 Heiland,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mein Herr und Gott.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Zünde an dein Feuer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Zünde an dein Feuer – Strophe 2 (2/2)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lebt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DejaVu Serif"/>
              </a:rPr>
              <a:t>Jesus, meine Hoffnung,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DejaVu Serif"/>
              </a:rPr>
              <a:t>lebt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Worte: Arne Kopfermann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Musik: Brian Johnson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Übersetzung: Living Hope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Worte: Arne Kopfermann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Musik: Brian Johnson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DejaVu Serif"/>
              </a:rPr>
              <a:t>Übersetzung: Living Hope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Zu tief der Abgrund,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uns einst trennte,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zu hoch der Gipfel,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vor mir lag.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Zu tief der Abgrund,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uns einst trennte,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zu hoch der Gipfel,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vor mir 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1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1 (1/4)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Voller Verzweiflung sah 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zum Himmel,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sprach deinen Namen in die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Nacht.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Voller Verzweiflung sah 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zum Himmel,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sprach deinen Namen in die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Nacht.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1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1 (2/4)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in das Dunkel kam deine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Güte,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zerriss die Schatten tief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Und in das Dunkel kam deine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Güte,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zerriss die Schatten tief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1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1 (3/4)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Die Nacht bezwungen,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Sieg errungen: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Die Nacht bezwungen,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Sieg errungen: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1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1 (4/4)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So unvorstellbar ist deine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Gnade,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so unbegreiflich ist deine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Gunst.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So unvorstellbar ist deine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Gnade,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so unbegreiflich ist deine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Gunst.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2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2 (1/4)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Herr der Zeiten verließ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den Himmel,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nahm auf sich meine Scham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Schuld.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Der Herr der Zeiten verließ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den Himmel,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nahm auf sich meine Scham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Schuld.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2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2 (2/4)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Das Kreuz bezeugt es: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Mir ist vergeben.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König selbst nennt mich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sein Kind.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Das Kreuz bezeugt es: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Mir ist vergeben.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König selbst nennt mich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sein Kind.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2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2 (3/4)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Er ist mein Retter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ich gehör ihm.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Er ist mein Retter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ich gehör ihm.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2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2 (4/4)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Dann kam der Morgen so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wie verheißen: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Dein toter Körper ist neu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erwacht.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Dann kam der Morgen so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wie verheißen: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Dein toter Körper ist neu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erwacht.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4 (1/2)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Mit lauter Stimme hast du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verkündet: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Kein Grab hat nun Anspruch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mehr auf mich.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Mit lauter Stimme hast du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verkündet: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Kein Grab hat nun Anspruch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mehr auf mich.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4 (2/2)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Dann kam der Morgen so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wie verheißen: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Dein toter Körper ist neu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erwacht.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Dann kam der Morgen so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wie verheißen: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Dein toter Körper ist neu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erwacht.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4 (1/2)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Mit lauter Stimme hast du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verkündet: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Kein Grab hat nun Anspruch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mehr auf mich.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Mit lauter Stimme hast du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verkündet: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Kein Grab hat nun Anspruch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mehr auf mich.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4 (2/2)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dein Sieg bleibt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ewiglich.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Jesus, dein Sieg bleibt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ewiglich.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E1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Halleluja, preist den,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der mir Freiheit gab.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Halleluja, er besiegte Tod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und Grab.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(1/2)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DejaVu Serif"/>
              </a:rPr>
              <a:t>Alle Ketten sind gesprengt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von dem Gott, der Rettung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bringt.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DejaVu Serif"/>
              </a:rPr>
              <a:t>Jesus, meine Hoffnung, lebt.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DejaVu Serif"/>
              </a:rPr>
              <a:t>Jesus, meine Hoffnung, lebt – Strophe 3 (2/2)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