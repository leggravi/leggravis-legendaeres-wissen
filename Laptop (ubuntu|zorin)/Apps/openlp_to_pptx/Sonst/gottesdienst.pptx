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2743200"/>
            <a:ext cx="10360152" cy="1828800"/>
          </a:xfrm>
          <a:prstGeom prst="rect">
            <a:avLst/>
          </a:prstGeom>
          <a:noFill/>
        </p:spPr>
        <p:txBody>
          <a:bodyPr wrap="none" anchor="ctr">
            <a:spAutoFit/>
          </a:bodyPr>
          <a:lstStyle/>
          <a:p>
            <a:pPr algn="ctr">
              <a:defRPr sz="10500">
                <a:solidFill>
                  <a:srgbClr val="000000"/>
                </a:solidFill>
                <a:latin typeface="Liberation Sans"/>
              </a:defRPr>
            </a:pPr>
            <a:r>
              <a:t>Gelobt sei Gott im höchsten Thron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Gelobt sei Gott im höchsten Thron</a:t>
            </a:r>
          </a:p>
          <a:p>
            <a:pPr algn="ctr">
              <a:defRPr sz="7500">
                <a:solidFill>
                  <a:srgbClr val="000000"/>
                </a:solidFill>
                <a:latin typeface="Liberation Sans"/>
              </a:defRPr>
            </a:pPr>
            <a:r>
              <a:t>samt Seinem eingebornen Sohn,</a:t>
            </a:r>
          </a:p>
          <a:p>
            <a:pPr algn="ctr">
              <a:defRPr sz="7500">
                <a:solidFill>
                  <a:srgbClr val="000000"/>
                </a:solidFill>
                <a:latin typeface="Liberation Sans"/>
              </a:defRPr>
            </a:pPr>
            <a:r>
              <a:t>der für uns hat genug getan.</a:t>
            </a:r>
          </a:p>
          <a:p>
            <a:pPr algn="ctr">
              <a:defRPr sz="7500">
                <a:solidFill>
                  <a:srgbClr val="000000"/>
                </a:solidFill>
                <a:latin typeface="Liberation Sans"/>
              </a:defRPr>
            </a:pPr>
            <a:r>
              <a:t>Halleluja, Halleluja, Halleluja.</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Gelobt sei Gott im höchsten Thron – V1</a:t>
            </a:r>
            <a:br/>
            <a:r>
              <a:t>Dichter: Words: Michael Weiße (1531) and Sigisbert Kraft (1983)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Des Morgens früh am dritten Tag,</a:t>
            </a:r>
          </a:p>
          <a:p>
            <a:pPr algn="ctr">
              <a:defRPr sz="7500">
                <a:solidFill>
                  <a:srgbClr val="000000"/>
                </a:solidFill>
                <a:latin typeface="Liberation Sans"/>
              </a:defRPr>
            </a:pPr>
            <a:r>
              <a:t>da noch der Stein am Grabe lag,</a:t>
            </a:r>
          </a:p>
          <a:p>
            <a:pPr algn="ctr">
              <a:defRPr sz="7500">
                <a:solidFill>
                  <a:srgbClr val="000000"/>
                </a:solidFill>
                <a:latin typeface="Liberation Sans"/>
              </a:defRPr>
            </a:pPr>
            <a:r>
              <a:t>erstand er frei ohn alle Klag.</a:t>
            </a:r>
          </a:p>
          <a:p>
            <a:pPr algn="ctr">
              <a:defRPr sz="7500">
                <a:solidFill>
                  <a:srgbClr val="000000"/>
                </a:solidFill>
                <a:latin typeface="Liberation Sans"/>
              </a:defRPr>
            </a:pPr>
            <a:r>
              <a:t>Halleluja, Halleluja, Halleluja.</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Gelobt sei Gott im höchsten Thron – V2</a:t>
            </a:r>
            <a:br/>
            <a:r>
              <a:t>Dichter: Words: Michael Weiße (1531) and Sigisbert Kraft (1983)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Der Engel sprach: "Nun fürcht' euch nicht;</a:t>
            </a:r>
          </a:p>
          <a:p>
            <a:pPr algn="ctr">
              <a:defRPr sz="7500">
                <a:solidFill>
                  <a:srgbClr val="000000"/>
                </a:solidFill>
                <a:latin typeface="Liberation Sans"/>
              </a:defRPr>
            </a:pPr>
            <a:r>
              <a:t>denn ich weiß wohl, was euch gebricht.</a:t>
            </a:r>
          </a:p>
          <a:p>
            <a:pPr algn="ctr">
              <a:defRPr sz="7500">
                <a:solidFill>
                  <a:srgbClr val="000000"/>
                </a:solidFill>
                <a:latin typeface="Liberation Sans"/>
              </a:defRPr>
            </a:pPr>
            <a:r>
              <a:t>Ihr sucht Jesus, den find't ihr nicht."</a:t>
            </a:r>
          </a:p>
          <a:p>
            <a:pPr algn="ctr">
              <a:defRPr sz="7500">
                <a:solidFill>
                  <a:srgbClr val="000000"/>
                </a:solidFill>
                <a:latin typeface="Liberation Sans"/>
              </a:defRPr>
            </a:pPr>
            <a:r>
              <a:t>Halleluja, Halleluja, Halleluja.</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Gelobt sei Gott im höchsten Thron – V3</a:t>
            </a:r>
            <a:br/>
            <a:r>
              <a:t>Dichter: Words: Michael Weiße (1531) and Sigisbert Kraft (1983)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"Er ist erstanden von dem Tod,</a:t>
            </a:r>
          </a:p>
          <a:p>
            <a:pPr algn="ctr">
              <a:defRPr sz="7500">
                <a:solidFill>
                  <a:srgbClr val="000000"/>
                </a:solidFill>
                <a:latin typeface="Liberation Sans"/>
              </a:defRPr>
            </a:pPr>
            <a:r>
              <a:t>hat überwunden alle Not;</a:t>
            </a:r>
          </a:p>
          <a:p>
            <a:pPr algn="ctr">
              <a:defRPr sz="7500">
                <a:solidFill>
                  <a:srgbClr val="000000"/>
                </a:solidFill>
                <a:latin typeface="Liberation Sans"/>
              </a:defRPr>
            </a:pPr>
            <a:r>
              <a:t>kommt, seht, wo Er gelegen hat."</a:t>
            </a:r>
          </a:p>
          <a:p>
            <a:pPr algn="ctr">
              <a:defRPr sz="7500">
                <a:solidFill>
                  <a:srgbClr val="000000"/>
                </a:solidFill>
                <a:latin typeface="Liberation Sans"/>
              </a:defRPr>
            </a:pPr>
            <a:r>
              <a:t>Halleluja, Halleluja, Halleluja.</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Gelobt sei Gott im höchsten Thron – V4</a:t>
            </a:r>
            <a:br/>
            <a:r>
              <a:t>Dichter: Words: Michael Weiße (1531) and Sigisbert Kraft (1983)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Nun bitten wir Dich, Jesu Christ,</a:t>
            </a:r>
          </a:p>
          <a:p>
            <a:pPr algn="ctr">
              <a:defRPr sz="7500">
                <a:solidFill>
                  <a:srgbClr val="000000"/>
                </a:solidFill>
                <a:latin typeface="Liberation Sans"/>
              </a:defRPr>
            </a:pPr>
            <a:r>
              <a:t>weil Du vom Tod erstanden bist,</a:t>
            </a:r>
          </a:p>
          <a:p>
            <a:pPr algn="ctr">
              <a:defRPr sz="7500">
                <a:solidFill>
                  <a:srgbClr val="000000"/>
                </a:solidFill>
                <a:latin typeface="Liberation Sans"/>
              </a:defRPr>
            </a:pPr>
            <a:r>
              <a:t>verleihe, was uns selig ist.</a:t>
            </a:r>
          </a:p>
          <a:p>
            <a:pPr algn="ctr">
              <a:defRPr sz="7500">
                <a:solidFill>
                  <a:srgbClr val="000000"/>
                </a:solidFill>
                <a:latin typeface="Liberation Sans"/>
              </a:defRPr>
            </a:pPr>
            <a:r>
              <a:t>Halleluja, Halleluja, Halleluja.</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Gelobt sei Gott im höchsten Thron – V5</a:t>
            </a:r>
            <a:br/>
            <a:r>
              <a:t>Dichter: Words: Michael Weiße (1531) and Sigisbert Kraft (1983)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O mache unser Herz bereit,</a:t>
            </a:r>
          </a:p>
          <a:p>
            <a:pPr algn="ctr">
              <a:defRPr sz="7500">
                <a:solidFill>
                  <a:srgbClr val="000000"/>
                </a:solidFill>
                <a:latin typeface="Liberation Sans"/>
              </a:defRPr>
            </a:pPr>
            <a:r>
              <a:t>damit von Sünden wir befreit</a:t>
            </a:r>
          </a:p>
          <a:p>
            <a:pPr algn="ctr">
              <a:defRPr sz="7500">
                <a:solidFill>
                  <a:srgbClr val="000000"/>
                </a:solidFill>
                <a:latin typeface="Liberation Sans"/>
              </a:defRPr>
            </a:pPr>
            <a:r>
              <a:t>Dir mögen singen allezeit:</a:t>
            </a:r>
          </a:p>
          <a:p>
            <a:pPr algn="ctr">
              <a:defRPr sz="7500">
                <a:solidFill>
                  <a:srgbClr val="000000"/>
                </a:solidFill>
                <a:latin typeface="Liberation Sans"/>
              </a:defRPr>
            </a:pPr>
            <a:r>
              <a:t>Halleluja, Halleluja, Halleluja.</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Gelobt sei Gott im höchsten Thron – V6</a:t>
            </a:r>
            <a:br/>
            <a:r>
              <a:t>Dichter: Words: Michael Weiße (1531) and Sigisbert Kraft (1983)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2743200"/>
            <a:ext cx="10360152" cy="1828800"/>
          </a:xfrm>
          <a:prstGeom prst="rect">
            <a:avLst/>
          </a:prstGeom>
          <a:noFill/>
        </p:spPr>
        <p:txBody>
          <a:bodyPr wrap="none" anchor="ctr">
            <a:spAutoFit/>
          </a:bodyPr>
          <a:lstStyle/>
          <a:p>
            <a:pPr algn="ctr">
              <a:defRPr sz="10500">
                <a:solidFill>
                  <a:srgbClr val="000000"/>
                </a:solidFill>
                <a:latin typeface="Liberation Sans"/>
              </a:defRPr>
            </a:pPr>
            <a:r>
              <a:t>Eins ist not! Ach Herr, dies eine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"Eins ist Not!" Ach Herr, dies eine</a:t>
            </a:r>
          </a:p>
          <a:p>
            <a:pPr algn="ctr">
              <a:defRPr sz="7500">
                <a:solidFill>
                  <a:srgbClr val="000000"/>
                </a:solidFill>
                <a:latin typeface="Liberation Sans"/>
              </a:defRPr>
            </a:pPr>
            <a:r>
              <a:t>lehre mich erkennen doch;</a:t>
            </a:r>
          </a:p>
          <a:p>
            <a:pPr algn="ctr">
              <a:defRPr sz="7500">
                <a:solidFill>
                  <a:srgbClr val="000000"/>
                </a:solidFill>
                <a:latin typeface="Liberation Sans"/>
              </a:defRPr>
            </a:pPr>
            <a:r>
              <a:t>alles andre, wie's auch scheine,</a:t>
            </a:r>
          </a:p>
          <a:p>
            <a:pPr algn="ctr">
              <a:defRPr sz="7500">
                <a:solidFill>
                  <a:srgbClr val="000000"/>
                </a:solidFill>
                <a:latin typeface="Liberation Sans"/>
              </a:defRPr>
            </a:pPr>
            <a:r>
              <a:t>ist ja nur ein schweres Joch,</a:t>
            </a:r>
          </a:p>
          <a:p>
            <a:pPr algn="ctr">
              <a:defRPr sz="7500">
                <a:solidFill>
                  <a:srgbClr val="000000"/>
                </a:solidFill>
                <a:latin typeface="Liberation Sans"/>
              </a:defRPr>
            </a:pPr>
            <a:r>
              <a:t>darunter das Herze sich naget und plaget</a:t>
            </a:r>
          </a:p>
          <a:p>
            <a:pPr algn="ctr">
              <a:defRPr sz="7500">
                <a:solidFill>
                  <a:srgbClr val="000000"/>
                </a:solidFill>
                <a:latin typeface="Liberation Sans"/>
              </a:defRPr>
            </a:pPr>
            <a:r>
              <a:t>und dennoch kein wahres Vergnügen erjaget.</a:t>
            </a:r>
          </a:p>
          <a:p>
            <a:pPr algn="ctr">
              <a:defRPr sz="7500">
                <a:solidFill>
                  <a:srgbClr val="000000"/>
                </a:solidFill>
                <a:latin typeface="Liberation Sans"/>
              </a:defRPr>
            </a:pPr>
            <a:r>
              <a:t>Erlang ich dies eine, das alles ersetzt,</a:t>
            </a:r>
          </a:p>
          <a:p>
            <a:pPr algn="ctr">
              <a:defRPr sz="7500">
                <a:solidFill>
                  <a:srgbClr val="000000"/>
                </a:solidFill>
                <a:latin typeface="Liberation Sans"/>
              </a:defRPr>
            </a:pPr>
            <a:r>
              <a:t>so werd ich mit einem in allem ergötzt.</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Eins ist not! Ach Herr, dies eine – V1</a:t>
            </a:r>
            <a:br/>
            <a:r>
              <a:t>Dichter: Words: Johann Heinrich Schröder (1695)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Also ist auch mein Verlangen,</a:t>
            </a:r>
          </a:p>
          <a:p>
            <a:pPr algn="ctr">
              <a:defRPr sz="7500">
                <a:solidFill>
                  <a:srgbClr val="000000"/>
                </a:solidFill>
                <a:latin typeface="Liberation Sans"/>
              </a:defRPr>
            </a:pPr>
            <a:r>
              <a:t>liebster Jesu, nur nach dir;</a:t>
            </a:r>
          </a:p>
          <a:p>
            <a:pPr algn="ctr">
              <a:defRPr sz="7500">
                <a:solidFill>
                  <a:srgbClr val="000000"/>
                </a:solidFill>
                <a:latin typeface="Liberation Sans"/>
              </a:defRPr>
            </a:pPr>
            <a:r>
              <a:t>lass mich treulich an dir hangen,</a:t>
            </a:r>
          </a:p>
          <a:p>
            <a:pPr algn="ctr">
              <a:defRPr sz="7500">
                <a:solidFill>
                  <a:srgbClr val="000000"/>
                </a:solidFill>
                <a:latin typeface="Liberation Sans"/>
              </a:defRPr>
            </a:pPr>
            <a:r>
              <a:t>schenke dich zu eigen mir.</a:t>
            </a:r>
          </a:p>
          <a:p>
            <a:pPr algn="ctr">
              <a:defRPr sz="7500">
                <a:solidFill>
                  <a:srgbClr val="000000"/>
                </a:solidFill>
                <a:latin typeface="Liberation Sans"/>
              </a:defRPr>
            </a:pPr>
            <a:r>
              <a:t>Ob viel auch umkehrten zum größesten Haufen,</a:t>
            </a:r>
          </a:p>
          <a:p>
            <a:pPr algn="ctr">
              <a:defRPr sz="7500">
                <a:solidFill>
                  <a:srgbClr val="000000"/>
                </a:solidFill>
                <a:latin typeface="Liberation Sans"/>
              </a:defRPr>
            </a:pPr>
            <a:r>
              <a:t>so will ich dir dennoch in Liebe nachlaufen;</a:t>
            </a:r>
          </a:p>
          <a:p>
            <a:pPr algn="ctr">
              <a:defRPr sz="7500">
                <a:solidFill>
                  <a:srgbClr val="000000"/>
                </a:solidFill>
                <a:latin typeface="Liberation Sans"/>
              </a:defRPr>
            </a:pPr>
            <a:r>
              <a:t>denn dein Wort, o Jesu, ist Leben und Geist;</a:t>
            </a:r>
          </a:p>
          <a:p>
            <a:pPr algn="ctr">
              <a:defRPr sz="7500">
                <a:solidFill>
                  <a:srgbClr val="000000"/>
                </a:solidFill>
                <a:latin typeface="Liberation Sans"/>
              </a:defRPr>
            </a:pPr>
            <a:r>
              <a:t>was ist wohl, das man nicht in Jesus genießt?</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Eins ist not! Ach Herr, dies eine – V4</a:t>
            </a:r>
            <a:br/>
            <a:r>
              <a:t>Dichter: Words: Johann Heinrich Schröder (1695)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Volles G'nügen, Fried und Freude</a:t>
            </a:r>
          </a:p>
          <a:p>
            <a:pPr algn="ctr">
              <a:defRPr sz="7500">
                <a:solidFill>
                  <a:srgbClr val="000000"/>
                </a:solidFill>
                <a:latin typeface="Liberation Sans"/>
              </a:defRPr>
            </a:pPr>
            <a:r>
              <a:t>meine Seele jetzt ergötzt,</a:t>
            </a:r>
          </a:p>
          <a:p>
            <a:pPr algn="ctr">
              <a:defRPr sz="7500">
                <a:solidFill>
                  <a:srgbClr val="000000"/>
                </a:solidFill>
                <a:latin typeface="Liberation Sans"/>
              </a:defRPr>
            </a:pPr>
            <a:r>
              <a:t>weil auf eine frische Weide</a:t>
            </a:r>
          </a:p>
          <a:p>
            <a:pPr algn="ctr">
              <a:defRPr sz="7500">
                <a:solidFill>
                  <a:srgbClr val="000000"/>
                </a:solidFill>
                <a:latin typeface="Liberation Sans"/>
              </a:defRPr>
            </a:pPr>
            <a:r>
              <a:t>mein Hirt Jesus mich gesetzt.</a:t>
            </a:r>
          </a:p>
          <a:p>
            <a:pPr algn="ctr">
              <a:defRPr sz="7500">
                <a:solidFill>
                  <a:srgbClr val="000000"/>
                </a:solidFill>
                <a:latin typeface="Liberation Sans"/>
              </a:defRPr>
            </a:pPr>
            <a:r>
              <a:t>Nichts Süßes kann also mein Herze erlaben,</a:t>
            </a:r>
          </a:p>
          <a:p>
            <a:pPr algn="ctr">
              <a:defRPr sz="7500">
                <a:solidFill>
                  <a:srgbClr val="000000"/>
                </a:solidFill>
                <a:latin typeface="Liberation Sans"/>
              </a:defRPr>
            </a:pPr>
            <a:r>
              <a:t>als wenn ich nur, Jesu, dich immer soll haben;</a:t>
            </a:r>
          </a:p>
          <a:p>
            <a:pPr algn="ctr">
              <a:defRPr sz="7500">
                <a:solidFill>
                  <a:srgbClr val="000000"/>
                </a:solidFill>
                <a:latin typeface="Liberation Sans"/>
              </a:defRPr>
            </a:pPr>
            <a:r>
              <a:t>nichts, nichts ist, das also mich innig erquickt,</a:t>
            </a:r>
          </a:p>
          <a:p>
            <a:pPr algn="ctr">
              <a:defRPr sz="7500">
                <a:solidFill>
                  <a:srgbClr val="000000"/>
                </a:solidFill>
                <a:latin typeface="Liberation Sans"/>
              </a:defRPr>
            </a:pPr>
            <a:r>
              <a:t>als wenn ich dich, Jesu, im Glauben erblickt.</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Eins ist not! Ach Herr, dies eine – V9</a:t>
            </a:r>
            <a:br/>
            <a:r>
              <a:t>Dichter: Words: Johann Heinrich Schröder (1695)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Drum auch, Jesu, du alleine</a:t>
            </a:r>
          </a:p>
          <a:p>
            <a:pPr algn="ctr">
              <a:defRPr sz="7500">
                <a:solidFill>
                  <a:srgbClr val="000000"/>
                </a:solidFill>
                <a:latin typeface="Liberation Sans"/>
              </a:defRPr>
            </a:pPr>
            <a:r>
              <a:t>sollst mein Ein und Alles sein;</a:t>
            </a:r>
          </a:p>
          <a:p>
            <a:pPr algn="ctr">
              <a:defRPr sz="7500">
                <a:solidFill>
                  <a:srgbClr val="000000"/>
                </a:solidFill>
                <a:latin typeface="Liberation Sans"/>
              </a:defRPr>
            </a:pPr>
            <a:r>
              <a:t>prüf, erfahre, wie ich's meine,</a:t>
            </a:r>
          </a:p>
          <a:p>
            <a:pPr algn="ctr">
              <a:defRPr sz="7500">
                <a:solidFill>
                  <a:srgbClr val="000000"/>
                </a:solidFill>
                <a:latin typeface="Liberation Sans"/>
              </a:defRPr>
            </a:pPr>
            <a:r>
              <a:t>tilge allen Heuchelschein.</a:t>
            </a:r>
          </a:p>
          <a:p>
            <a:pPr algn="ctr">
              <a:defRPr sz="7500">
                <a:solidFill>
                  <a:srgbClr val="000000"/>
                </a:solidFill>
                <a:latin typeface="Liberation Sans"/>
              </a:defRPr>
            </a:pPr>
            <a:r>
              <a:t>Sieh, ob ich auf bösem, bezüglichem Stege,</a:t>
            </a:r>
          </a:p>
          <a:p>
            <a:pPr algn="ctr">
              <a:defRPr sz="7500">
                <a:solidFill>
                  <a:srgbClr val="000000"/>
                </a:solidFill>
                <a:latin typeface="Liberation Sans"/>
              </a:defRPr>
            </a:pPr>
            <a:r>
              <a:t>und leite mich, Höchster, auf ewigem Wege;</a:t>
            </a:r>
          </a:p>
          <a:p>
            <a:pPr algn="ctr">
              <a:defRPr sz="7500">
                <a:solidFill>
                  <a:srgbClr val="000000"/>
                </a:solidFill>
                <a:latin typeface="Liberation Sans"/>
              </a:defRPr>
            </a:pPr>
            <a:r>
              <a:t>gib, dass ich nichts achte, nicht Leben noch Tod,</a:t>
            </a:r>
          </a:p>
          <a:p>
            <a:pPr algn="ctr">
              <a:defRPr sz="7500">
                <a:solidFill>
                  <a:srgbClr val="000000"/>
                </a:solidFill>
                <a:latin typeface="Liberation Sans"/>
              </a:defRPr>
            </a:pPr>
            <a:r>
              <a:t>und Jesus gewinne: dies eine ist Not.</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Eins ist not! Ach Herr, dies eine – V10</a:t>
            </a:r>
            <a:br/>
            <a:r>
              <a:t>Dichter: Words: Johann Heinrich Schröder (1695)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2743200"/>
            <a:ext cx="10360152" cy="1828800"/>
          </a:xfrm>
          <a:prstGeom prst="rect">
            <a:avLst/>
          </a:prstGeom>
          <a:noFill/>
        </p:spPr>
        <p:txBody>
          <a:bodyPr wrap="none" anchor="ctr">
            <a:spAutoFit/>
          </a:bodyPr>
          <a:lstStyle/>
          <a:p>
            <a:pPr algn="ctr">
              <a:defRPr sz="10500">
                <a:solidFill>
                  <a:srgbClr val="000000"/>
                </a:solidFill>
                <a:latin typeface="Liberation Sans"/>
              </a:defRPr>
            </a:pPr>
            <a:r>
              <a:t>Wegebner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Du bist hier mitten unter uns</a:t>
            </a:r>
          </a:p>
          <a:p>
            <a:pPr algn="ctr">
              <a:defRPr sz="7500">
                <a:solidFill>
                  <a:srgbClr val="000000"/>
                </a:solidFill>
                <a:latin typeface="Liberation Sans"/>
              </a:defRPr>
            </a:pPr>
            <a:r>
              <a:t>Ich bet dich an, ich bet dich an</a:t>
            </a:r>
          </a:p>
          <a:p>
            <a:pPr algn="ctr">
              <a:defRPr sz="7500">
                <a:solidFill>
                  <a:srgbClr val="000000"/>
                </a:solidFill>
                <a:latin typeface="Liberation Sans"/>
              </a:defRPr>
            </a:pPr>
            <a:r>
              <a:t>Du bist hier, wirkst an diesem Ort</a:t>
            </a:r>
          </a:p>
          <a:p>
            <a:pPr algn="ctr">
              <a:defRPr sz="7500">
                <a:solidFill>
                  <a:srgbClr val="000000"/>
                </a:solidFill>
                <a:latin typeface="Liberation Sans"/>
              </a:defRPr>
            </a:pPr>
            <a:r>
              <a:t>Ich bet dich an, ich bet dich an</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Wegebner – V1</a:t>
            </a:r>
            <a:br/>
            <a:r>
              <a:t>Dichter: Words: Philip Ngoiei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Du bist hier, du rührst jedes Herz</a:t>
            </a:r>
          </a:p>
          <a:p>
            <a:pPr algn="ctr">
              <a:defRPr sz="7500">
                <a:solidFill>
                  <a:srgbClr val="000000"/>
                </a:solidFill>
                <a:latin typeface="Liberation Sans"/>
              </a:defRPr>
            </a:pPr>
            <a:r>
              <a:t>Ich bet dich an, ich bet dich an</a:t>
            </a:r>
          </a:p>
          <a:p>
            <a:pPr algn="ctr">
              <a:defRPr sz="7500">
                <a:solidFill>
                  <a:srgbClr val="000000"/>
                </a:solidFill>
                <a:latin typeface="Liberation Sans"/>
              </a:defRPr>
            </a:pPr>
            <a:r>
              <a:t>Du bist hier, du heilst jedes Herz</a:t>
            </a:r>
          </a:p>
          <a:p>
            <a:pPr algn="ctr">
              <a:defRPr sz="7500">
                <a:solidFill>
                  <a:srgbClr val="000000"/>
                </a:solidFill>
                <a:latin typeface="Liberation Sans"/>
              </a:defRPr>
            </a:pPr>
            <a:r>
              <a:t>Ich bet dich an, ich bet dich an</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Wegebner – V3</a:t>
            </a:r>
            <a:br/>
            <a:r>
              <a:t>Dichter: Words: Philip Ngoiei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Du bist Wegebner, Wundervollbringer</a:t>
            </a:r>
          </a:p>
          <a:p>
            <a:pPr algn="ctr">
              <a:defRPr sz="7500">
                <a:solidFill>
                  <a:srgbClr val="000000"/>
                </a:solidFill>
                <a:latin typeface="Liberation Sans"/>
              </a:defRPr>
            </a:pPr>
            <a:r>
              <a:t>Worteinhalter, Lichtstrahl im Dunkeln</a:t>
            </a:r>
          </a:p>
          <a:p>
            <a:pPr algn="ctr">
              <a:defRPr sz="7500">
                <a:solidFill>
                  <a:srgbClr val="000000"/>
                </a:solidFill>
                <a:latin typeface="Liberation Sans"/>
              </a:defRPr>
            </a:pPr>
            <a:r>
              <a:t>Mein Gott, das ist, wer du bist</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Wegebner – V2</a:t>
            </a:r>
            <a:br/>
            <a:r>
              <a:t>Dichter: Words: Philip Ngoiei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Du bist Wegebner, Wundervollbringer</a:t>
            </a:r>
          </a:p>
          <a:p>
            <a:pPr algn="ctr">
              <a:defRPr sz="7500">
                <a:solidFill>
                  <a:srgbClr val="000000"/>
                </a:solidFill>
                <a:latin typeface="Liberation Sans"/>
              </a:defRPr>
            </a:pPr>
            <a:r>
              <a:t>Worteinhalter, Lichtstrahl im Dunkeln</a:t>
            </a:r>
          </a:p>
          <a:p>
            <a:pPr algn="ctr">
              <a:defRPr sz="7500">
                <a:solidFill>
                  <a:srgbClr val="000000"/>
                </a:solidFill>
                <a:latin typeface="Liberation Sans"/>
              </a:defRPr>
            </a:pPr>
            <a:r>
              <a:t>Mein Gott, das ist, wer du bist</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Wegebner – V2</a:t>
            </a:r>
            <a:br/>
            <a:r>
              <a:t>Dichter: Words: Philip Ngoiei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Du bist hier, du machst Leben neu</a:t>
            </a:r>
          </a:p>
          <a:p>
            <a:pPr algn="ctr">
              <a:defRPr sz="7500">
                <a:solidFill>
                  <a:srgbClr val="000000"/>
                </a:solidFill>
                <a:latin typeface="Liberation Sans"/>
              </a:defRPr>
            </a:pPr>
            <a:r>
              <a:t>Ich bet dich an, ich bet dich an</a:t>
            </a:r>
          </a:p>
          <a:p>
            <a:pPr algn="ctr">
              <a:defRPr sz="7500">
                <a:solidFill>
                  <a:srgbClr val="000000"/>
                </a:solidFill>
                <a:latin typeface="Liberation Sans"/>
              </a:defRPr>
            </a:pPr>
            <a:r>
              <a:t>Du bist hier, du machst Herzen heil</a:t>
            </a:r>
          </a:p>
          <a:p>
            <a:pPr algn="ctr">
              <a:defRPr sz="7500">
                <a:solidFill>
                  <a:srgbClr val="000000"/>
                </a:solidFill>
                <a:latin typeface="Liberation Sans"/>
              </a:defRPr>
            </a:pPr>
            <a:r>
              <a:t>Ich bet dich an, ich bet dich an</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Wegebner – V4</a:t>
            </a:r>
            <a:br/>
            <a:r>
              <a:t>Dichter: Words: Philip Ngoiei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Du bist Wegebner, Wundervollbringer</a:t>
            </a:r>
          </a:p>
          <a:p>
            <a:pPr algn="ctr">
              <a:defRPr sz="7500">
                <a:solidFill>
                  <a:srgbClr val="000000"/>
                </a:solidFill>
                <a:latin typeface="Liberation Sans"/>
              </a:defRPr>
            </a:pPr>
            <a:r>
              <a:t>Worteinhalter, Lichtstrahl im Dunkeln</a:t>
            </a:r>
          </a:p>
          <a:p>
            <a:pPr algn="ctr">
              <a:defRPr sz="7500">
                <a:solidFill>
                  <a:srgbClr val="000000"/>
                </a:solidFill>
                <a:latin typeface="Liberation Sans"/>
              </a:defRPr>
            </a:pPr>
            <a:r>
              <a:t>Mein Gott, das ist, wer du bist</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Wegebner – V2</a:t>
            </a:r>
            <a:br/>
            <a:r>
              <a:t>Dichter: Words: Philip Ngoiei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Du bist Wegebner, Wundervollbringer</a:t>
            </a:r>
          </a:p>
          <a:p>
            <a:pPr algn="ctr">
              <a:defRPr sz="7500">
                <a:solidFill>
                  <a:srgbClr val="000000"/>
                </a:solidFill>
                <a:latin typeface="Liberation Sans"/>
              </a:defRPr>
            </a:pPr>
            <a:r>
              <a:t>Worteinhalter, Lichtstrahl im Dunkeln</a:t>
            </a:r>
          </a:p>
          <a:p>
            <a:pPr algn="ctr">
              <a:defRPr sz="7500">
                <a:solidFill>
                  <a:srgbClr val="000000"/>
                </a:solidFill>
                <a:latin typeface="Liberation Sans"/>
              </a:defRPr>
            </a:pPr>
            <a:r>
              <a:t>Mein Gott, das ist, wer du bist</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Wegebner – V2</a:t>
            </a:r>
            <a:br/>
            <a:r>
              <a:t>Dichter: Words: Philip Ngoiei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2743200"/>
            <a:ext cx="10360152" cy="1828800"/>
          </a:xfrm>
          <a:prstGeom prst="rect">
            <a:avLst/>
          </a:prstGeom>
          <a:noFill/>
        </p:spPr>
        <p:txBody>
          <a:bodyPr wrap="none" anchor="ctr">
            <a:spAutoFit/>
          </a:bodyPr>
          <a:lstStyle/>
          <a:p>
            <a:pPr algn="ctr">
              <a:defRPr sz="10500">
                <a:solidFill>
                  <a:srgbClr val="000000"/>
                </a:solidFill>
                <a:latin typeface="Liberation Sans"/>
              </a:defRPr>
            </a:pPr>
            <a:r>
              <a:t>Leuchtturm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Wenn ich zweifle und kämpf mit mir, wenn ich falle, bleibst du doch hier. Deine Liebe trägt mich durch. Du bist mein Halt in der rauen See, whoa oh, du bist mein Halt in der rauen See.</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Leuchtturm – V1</a:t>
            </a:r>
            <a:br/>
            <a:r>
              <a:t>Dichter: Words: Klaus Göttler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Auch im Schweigen bist du stets da, in den Fragen bleibt dein Wort wahr. Deine Liebe trägt mich durch. Du bist mein Halt in der rauen See, whoa oh,</a:t>
            </a:r>
          </a:p>
          <a:p>
            <a:pPr algn="ctr">
              <a:defRPr sz="7500">
                <a:solidFill>
                  <a:srgbClr val="000000"/>
                </a:solidFill>
                <a:latin typeface="Liberation Sans"/>
              </a:defRPr>
            </a:pPr>
            <a:r>
              <a:t>du bist mein Halt in der rauen See.</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Leuchtturm – V2</a:t>
            </a:r>
            <a:br/>
            <a:r>
              <a:t>Dichter: Words: Klaus Göttler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Sei mein Licht, sei mein Licht. Du strahlst wie ein Leuchtturm, und ich schau auf dich. Oh, sei mein Licht, sei mein Licht. Du gabst das Versprechen: sicher bringst du mich bis ans Land, bis ans Land, bis ans Land, bis ans Land.</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Leuchtturm – V3</a:t>
            </a:r>
            <a:br/>
            <a:r>
              <a:t>Dichter: Words: Klaus Göttler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Ich fürcht nicht, was die Zukunft bringt, ich geh vorwärts, und mein Herz singt: Gottes Liebe trägt mich durch. Du bist mein Halt in der rauen See, whoa oh, du bist mein Halt in der rauen See.</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Leuchtturm – V4</a:t>
            </a:r>
            <a:br/>
            <a:r>
              <a:t>Dichter: Words: Klaus Göttler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itagabend.jp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27000" y="0"/>
            <a:ext cx="11934952" cy="6858000"/>
          </a:xfrm>
          <a:prstGeom prst="rect">
            <a:avLst/>
          </a:prstGeom>
          <a:noFill/>
        </p:spPr>
        <p:txBody>
          <a:bodyPr wrap="square" anchor="t">
            <a:spAutoFit/>
          </a:bodyPr>
          <a:lstStyle/>
          <a:p>
            <a:pPr algn="ctr">
              <a:defRPr sz="7500">
                <a:solidFill>
                  <a:srgbClr val="000000"/>
                </a:solidFill>
                <a:latin typeface="Liberation Sans"/>
              </a:defRPr>
            </a:pPr>
            <a:r>
              <a:t>Sei mein Licht, sei mein Licht. Du strahlst wie ein Leuchtturm, und ich schau auf dich. Oh, sei mein Licht, sei mein Licht. Du gabst das Versprechen: sicher bringst du mich bis ans Land, bis ans Land, bis ans Land, bis ans Land.</a:t>
            </a:r>
          </a:p>
        </p:txBody>
      </p:sp>
      <p:sp>
        <p:nvSpPr>
          <p:cNvPr id="4" name="TextBox 3"/>
          <p:cNvSpPr txBox="1"/>
          <p:nvPr/>
        </p:nvSpPr>
        <p:spPr>
          <a:xfrm>
            <a:off x="457200" y="5943600"/>
            <a:ext cx="10972800" cy="457200"/>
          </a:xfrm>
          <a:prstGeom prst="rect">
            <a:avLst/>
          </a:prstGeom>
          <a:noFill/>
        </p:spPr>
        <p:txBody>
          <a:bodyPr wrap="square">
            <a:spAutoFit/>
          </a:bodyPr>
          <a:lstStyle/>
          <a:p>
            <a:pPr algn="l">
              <a:defRPr sz="5250">
                <a:solidFill>
                  <a:srgbClr val="000000"/>
                </a:solidFill>
                <a:latin typeface="Liberation Sans"/>
              </a:defRPr>
            </a:pPr>
            <a:r>
              <a:t>Leuchtturm – V3</a:t>
            </a:r>
            <a:br/>
            <a:r>
              <a:t>Dichter: Words: Klaus Göttler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