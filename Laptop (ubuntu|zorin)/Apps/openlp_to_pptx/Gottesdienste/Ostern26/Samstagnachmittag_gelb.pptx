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10"/>
              </a:spcBef>
            </a:pPr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fröhliche Zeit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10"/>
              </a:spcBef>
            </a:pPr>
            <a:r>
              <a:rPr sz="5500" b="1">
                <a:solidFill>
                  <a:srgbClr val="FFFF00"/>
                </a:solidFill>
                <a:latin typeface="Clear Sans Medium"/>
              </a:rPr>
              <a:t>o fröhliche Zeit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 o fröhliche Zeit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Worte: Cyriakus Günther (1714)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Musik: O Heiliger Geist, o heiliger Gott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O herrlicher Tag, o fröhliche Zeit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Clear Sans Medium"/>
              </a:rPr>
              <a:t>Worte: Cyriakus Günther (1714)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Clear Sans Medium"/>
              </a:rPr>
              <a:t>Musik: O Heiliger Geist, o heiliger Gott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fröhliche Zeit,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da Jesus lebt ohn alles Leid!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Er ist erstanden von dem Tod,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o fröhliche Zeit,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da Jesus lebt ohn alles Leid!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Er ist erstanden von dem Tod,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 o fröhliche Zeit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O herrlicher Tag, o fröhliche Zeit – Strophe 1 (1/2)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wir sind erlöst aus aller Not.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fröhliche Zeit!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wir sind erlöst aus aller Not.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o fröhliche Zeit!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 o fröhliche Zeit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O herrlicher Tag, o fröhliche Zeit – Strophe 1 (2/2)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fröhliche Zeit,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da wir von Sünden sind befreit!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Getilget ist nun unsre Schuld,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o fröhliche Zeit,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da wir von Sünden sind befreit!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Getilget ist nun unsre Schuld,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 o fröhliche Zeit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O herrlicher Tag, o fröhliche Zeit – Strophe 2 (1/2)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wir sind gerecht aus Gottes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Huld.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fröhliche Zeit!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wir sind gerecht aus Gottes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Huld.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o fröhliche Zeit!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 o fröhliche Zeit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O herrlicher Tag, o fröhliche Zeit – Strophe 2 (2/2)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fröhliche Zeit!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Der Teufel ist erlegt im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Streit,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o fröhliche Zeit!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Der Teufel ist erlegt im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Streit,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 o fröhliche Zeit – Strophe 4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O herrlicher Tag, o fröhliche Zeit – Strophe 4 (1/3)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der uns verklagte Tag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und Nacht.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Nun hat er an uns keine Macht.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der uns verklagte Tag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und Nacht.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Nun hat er an uns keine Macht.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 o fröhliche Zeit – Strophe 4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O herrlicher Tag, o fröhliche Zeit – Strophe 4 (2/3)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fröhliche Zeit!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o fröhliche Zeit!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 o fröhliche Zeit – Strophe 4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O herrlicher Tag, o fröhliche Zeit – Strophe 4 (3/3)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fröhliche Zeit!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Die Liebe Gottes uns erfreut;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o fröhliche Zeit!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Die Liebe Gottes uns erfreut;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 o fröhliche Zeit – Strophe 3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O herrlicher Tag, o fröhliche Zeit – Strophe 3 (1/3)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sein heilger Zorn ist nun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gestillt;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was er verheißen, ist erfüllt.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sein heilger Zorn ist nun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gestillt;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was er verheißen, ist erfüllt.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 o fröhliche Zeit – Strophe 3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O herrlicher Tag, o fröhliche Zeit – Strophe 3 (2/3)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fröhliche Zeit!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o fröhliche Zeit!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 o fröhliche Zeit – Strophe 3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O herrlicher Tag, o fröhliche Zeit – Strophe 3 (3/3)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fröhliche Zeit!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Der Tod ist überwunden heut.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o fröhliche Zeit!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Der Tod ist überwunden heut.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 o fröhliche Zeit – Strophe 5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O herrlicher Tag, o fröhliche Zeit – Strophe 5 (1/3)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Es darf uns nicht mehr vor ihm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grauen;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Auf Christi Sieg wir nun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vertrauen.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Es darf uns nicht mehr vor ihm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grauen;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Auf Christi Sieg wir nun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vertrauen.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 o fröhliche Zeit – Strophe 5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O herrlicher Tag, o fröhliche Zeit – Strophe 5 (2/3)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fröhliche Zeit!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o fröhliche Zeit!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 o fröhliche Zeit – Strophe 5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O herrlicher Tag, o fröhliche Zeit – Strophe 5 (3/3)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fröhliche Zeit!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Erhalt uns, Jesu, diese Freud,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zu sagen hier zu aller Stund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o fröhliche Zeit!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Erhalt uns, Jesu, diese Freud,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zu sagen hier zu aller Stund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 o fröhliche Zeit – Strophe 6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O herrlicher Tag, o fröhliche Zeit – Strophe 6 (1/2)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und dort einmal mit selgen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Mund: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fröhliche Zeit!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und dort einmal mit selgen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Mund: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O herrlicher Tag,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o fröhliche Zeit!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 herrlicher Tag, o fröhliche Zeit – Strophe 6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O herrlicher Tag, o fröhliche Zeit – Strophe 6 (2/2)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Mittelpunkt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Clear Sans Medium"/>
              </a:rPr>
              <a:t>Mittelpunkt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Mittelpunkt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Worte: und Music: Juri Friesen und Pala Friesen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Mittelpunkt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Clear Sans Medium"/>
              </a:rPr>
              <a:t>Worte: und Music: Juri Friesen und Pala Friesen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Königlich strahlt dein Licht.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Du bist ewiglich.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Niemand kommt dir gleich.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Sanftmütig führst du mich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Königlich strahlt dein Licht.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Du bist ewiglich.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Niemand kommt dir gleich.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Sanftmütig führst du mich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Mittelpunkt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Mittelpunkt – Strophe 1 (1/2)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hin zu deinem Licht.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Ich darf bei dir sein.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hin zu deinem Licht.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Ich darf bei dir sein.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Mittelpunkt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Mittelpunkt – Strophe 1 (2/2)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Sei du der Mittelpunkt in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meinem Leben,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der Mittelpunkt in meinem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Herzen,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Sei du der Mittelpunkt in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meinem Leben,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der Mittelpunkt in meinem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Herzen,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Mittelpunkt – Strophe 2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Mittelpunkt – Strophe 2 (1/3)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ich gehöre dir.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Sei du der Mittelpunkt in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meiner Schwäche,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ich gehöre dir.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Sei du der Mittelpunkt in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meiner Schwäche,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Mittelpunkt – Strophe 2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Mittelpunkt – Strophe 2 (2/3)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der Mittelpunkt in meiner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Stärke,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ich gehöre dir.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der Mittelpunkt in meiner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Stärke,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ich gehöre dir.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Mittelpunkt – Strophe 2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Mittelpunkt – Strophe 2 (3/3)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|: Ich will dir nah sein,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ich werd dir folgen,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mein ganzes Leben in dir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verliern. :|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|: Ich will dir nah sein,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ich werd dir folgen,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mein ganzes Leben in dir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verliern. :|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Mittelpunkt – Strophe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Mittelpunkt – Strophe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Sei du der Mittelpunkt in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meinem Leben,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der Mittelpunkt in meinem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Herzen,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Sei du der Mittelpunkt in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meinem Leben,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der Mittelpunkt in meinem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Herzen,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Mittelpunkt – Strophe 2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Mittelpunkt – Strophe 2 (1/3)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ich gehöre dir.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Sei du der Mittelpunkt in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meiner Schwäche,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ich gehöre dir.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Sei du der Mittelpunkt in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meiner Schwäche,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Mittelpunkt – Strophe 2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Mittelpunkt – Strophe 2 (2/3)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der Mittelpunkt in meiner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Stärke,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ich gehöre dir.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der Mittelpunkt in meiner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Stärke,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ich gehöre dir.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Mittelpunkt – Strophe 2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Mittelpunkt – Strophe 2 (3/3)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Komm zu Jesus,</a:t>
            </a:r>
          </a:p>
          <a:p>
            <a:pPr algn="l">
              <a:spcBef>
                <a:spcPts val="110"/>
              </a:spcBef>
            </a:pPr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lass dich bitten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Clear Sans Medium"/>
              </a:rPr>
              <a:t>Komm zu Jesus,</a:t>
            </a:r>
          </a:p>
          <a:p>
            <a:pPr algn="l">
              <a:spcBef>
                <a:spcPts val="110"/>
              </a:spcBef>
            </a:pPr>
            <a:r>
              <a:rPr sz="5500" b="1">
                <a:solidFill>
                  <a:srgbClr val="FFFF00"/>
                </a:solidFill>
                <a:latin typeface="Clear Sans Medium"/>
              </a:rPr>
              <a:t>lass dich bitten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Komm zu Jesus, lass dich bitten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Worte: Fritz Woike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Musik: Jesu Name nie verklinget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Komm zu Jesus, lass dich bitten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Clear Sans Medium"/>
              </a:rPr>
              <a:t>Worte: Fritz Woike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Clear Sans Medium"/>
              </a:rPr>
              <a:t>Musik: Jesu Name nie verklinget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Komm zu Jesus, lass dich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bitten, 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komm zum Kreuz und fasse Mut! 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Auch für dich hat er gelitten,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Komm zu Jesus, lass dich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bitten, 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komm zum Kreuz und fasse Mut! 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Auch für dich hat er gelitten,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Komm zu Jesus, lass dich bitten – Strophe 11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Komm zu Jesus, lass dich bitten – Strophe 11 (1/2)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auch dich gab er sein Blut.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auch dich gab er sein Blut.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Komm zu Jesus, lass dich bitten – Strophe 11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Komm zu Jesus, lass dich bitten – Strophe 11 (2/2)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Keiner soll verloren gehen,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keiner soll verstoßen sein.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Die Erlösung ist geschehen,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Komm getrost, er erwartet dein.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Keiner soll verloren gehen,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keiner soll verstoßen sein.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Die Erlösung ist geschehen,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Komm getrost, er erwartet dein.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Komm zu Jesus, lass dich bitten – Strophe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Komm zu Jesus, lass dich bitten – Strophe 12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Ohne Jesus ist das Leben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ohne Hoffnung, ohne Sinn.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Ziellos ist das beste Streben,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nutzlos gehn die Tage hin.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Ohne Jesus ist das Leben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ohne Hoffnung, ohne Sinn.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Ziellos ist das beste Streben,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nutzlos gehn die Tage hin.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Komm zu Jesus, lass dich bitten – Strophe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Komm zu Jesus, lass dich bitten – Strophe 21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Von der Sünde umgetrieben,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von der eignen Gier gejagt,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ist am Ende nichts geblieben,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Von der Sünde umgetrieben,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von der eignen Gier gejagt,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ist am Ende nichts geblieben,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Komm zu Jesus, lass dich bitten – Strophe 22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Komm zu Jesus, lass dich bitten – Strophe 22 (1/2)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Als die Schuld, die uns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verklagt.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Als die Schuld, die uns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verklagt.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Komm zu Jesus, lass dich bitten – Strophe 22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Komm zu Jesus, lass dich bitten – Strophe 22 (2/2)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Aber Jesus streckt die Hände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Auch nach dir noch heute aus.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Komm, ach komm getrost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und wende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Aber Jesus streckt die Hände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Auch nach dir noch heute aus.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Komm, ach komm getrost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und wende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Komm zu Jesus, lass dich bitten – Strophe 31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Komm zu Jesus, lass dich bitten – Strophe 31 (1/2)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heute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noch den Schritt nach Haus.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heute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noch den Schritt nach Haus.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Komm zu Jesus, lass dich bitten – Strophe 31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Komm zu Jesus, lass dich bitten – Strophe 31 (2/2)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Deiner harrt ein neues Leben,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und du wirst des Vaters Kind,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weil die Sünden dir vergeben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und die Tore offen sind.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Deiner harrt ein neues Leben,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und du wirst des Vaters Kind,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weil die Sünden dir vergeben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und die Tore offen sind.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Komm zu Jesus, lass dich bitten – Strophe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Komm zu Jesus, lass dich bitten – Strophe 32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Neue Freude, neues Hoffen, 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neue Kraft strömt auf dich ein;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strahlend liegt die Welt dir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offen,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Neue Freude, neues Hoffen, 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neue Kraft strömt auf dich ein;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strahlend liegt die Welt dir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offen,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Komm zu Jesus, lass dich bitten – Strophe 41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Komm zu Jesus, lass dich bitten – Strophe 41 (1/2)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denn die Liebe wartet dein.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denn die Liebe wartet dein.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Komm zu Jesus, lass dich bitten – Strophe 41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Komm zu Jesus, lass dich bitten – Strophe 41 (2/2)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An des Heilands Hand geborgen,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gehst du sicher deinen Pfad,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biss der Welten neuer Morgen,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sich mit ewger Freude naht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An des Heilands Hand geborgen,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gehst du sicher deinen Pfad,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biss der Welten neuer Morgen,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sich mit ewger Freude naht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Komm zu Jesus, lass dich bitten – Strophe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Komm zu Jesus, lass dich bitten – Strophe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</a:t>
            </a:r>
          </a:p>
          <a:p>
            <a:pPr algn="l">
              <a:spcBef>
                <a:spcPts val="110"/>
              </a:spcBef>
            </a:pPr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Thron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Clear Sans Medium"/>
              </a:rPr>
              <a:t>Mutig komm ich vor den</a:t>
            </a:r>
          </a:p>
          <a:p>
            <a:pPr algn="l">
              <a:spcBef>
                <a:spcPts val="110"/>
              </a:spcBef>
            </a:pPr>
            <a:r>
              <a:rPr sz="5500" b="1">
                <a:solidFill>
                  <a:srgbClr val="FFFF00"/>
                </a:solidFill>
                <a:latin typeface="Clear Sans Medium"/>
              </a:rPr>
              <a:t>Thron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Worte: Simon Gottschick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Musik: Rend Collective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Übersetzung: Boldly I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Clear Sans Medium"/>
              </a:rPr>
              <a:t>Worte: Simon Gottschick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Clear Sans Medium"/>
              </a:rPr>
              <a:t>Musik: Rend Collective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Clear Sans Medium"/>
              </a:rPr>
              <a:t>Übersetzung: Boldly I Approach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Allein durch Gnade steh ich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hier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vor Deinem Thron, mein Gott,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bei dir.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Allein durch Gnade steh ich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hier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vor Deinem Thron, mein Gott,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bei dir.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 – Strophe 1 (1/2)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Der mich erlöst hat,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lädt mich ein,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ganz nah an seinem Herz zu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sein.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Der mich erlöst hat,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lädt mich ein,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ganz nah an seinem Herz zu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sein.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 – Strophe 1 (2/2)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Durchbohrte Hände halten mich.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Ich darf bei Dir sein ewiglich.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Durchbohrte Hände halten mich.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Ich darf bei Dir sein ewiglich.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 – Pre-Refrain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 – Pre-Refrain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Will mich mein Herz erneut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verdammn,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und Satan flößt mir Zweifel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ein,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Will mich mein Herz erneut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verdammn,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und Satan flößt mir Zweifel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ein,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 – Strophe 2 (1/2)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hör ich die Stimme meines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Herrn,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die Furcht muss fliehn,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denn ich bin sein.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hör ich die Stimme meines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Herrn,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die Furcht muss fliehn,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denn ich bin sein.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 – Strophe 2 (2/2)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Oh preist den Herrn,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der für mich kämpft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und meine Seele ewig schützt.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Oh preist den Herrn,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der für mich kämpft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und meine Seele ewig schützt.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 – Pre-Refrain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 – Pre-Refrain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freigesprochen durch den Sohn.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Dein Blut macht mich rein.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Du nennst mich ganz dein,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Mutig komm ich vor den Thron,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freigesprochen durch den Sohn.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Dein Blut macht mich rein.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Du nennst mich ganz dein,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 – Refrain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 – Refrain 1 (1/2)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in deinen Armen darf ich sein.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in deinen Armen darf ich sein.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 – Refrain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 – Refrain 1 (2/2)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Sieht doch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wie herrlich Jesus ist,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der alle Schönheit übertrifft.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Die Liebe in Person ist hier,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Sieht doch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wie herrlich Jesus ist,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der alle Schönheit übertrifft.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Die Liebe in Person ist hier,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 – Strophe 3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 – Strophe 3 (1/3)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gerecht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und treu steht er zu mir.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All unser Lob reicht niemals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aus,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gerecht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und treu steht er zu mir.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All unser Lob reicht niemals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aus,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 – Strophe 3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 – Strophe 3 (2/3)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ihn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so zu ehrn, wie’s ihm gebührt.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ihn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so zu ehrn, wie’s ihm gebührt.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 – Strophe 3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 – Strophe 3 (3/3)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freigesprochen durch den Sohn.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Dein Blut macht mich rein,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du nennst mich ganz dein,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Mutig komm ich vor den Thron,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freigesprochen durch den Sohn.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Dein Blut macht mich rein,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du nennst mich ganz dein,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 – Refrain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 – Refrain 2 (1/2)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in deinen Armen darf ich sein.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in deinen Armen darf ich sein.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 – Refrain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 – Refrain 2 (2/2)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Das ist der Grund,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warum wir feiern: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Wir sind befreit,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er trug das Urteil.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Das ist der Grund,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warum wir feiern: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Wir sind befreit,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er trug das Urteil.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 – Brücke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 – Brücke (1/2)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Preist den Herrn,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preist den Herrn!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Er hat für meine Schuld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bezahlt.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Preist den Herrn,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preist den Herrn!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Er hat für meine Schuld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bezahlt.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 – Brücke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 – Brücke (2/2)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Das ist der Grund,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warum wir feiern: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Wir sind befreit,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er trug das Urteil.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Das ist der Grund,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warum wir feiern: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Wir sind befreit,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er trug das Urteil.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 – Brücke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 – Brücke (1/2)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Preist den Herrn,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preist den Herrn!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Er hat für meine Schuld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bezahlt.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Preist den Herrn,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preist den Herrn!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Er hat für meine Schuld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bezahlt.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 – Brücke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 – Brücke (2/2)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freigesprochen durch den Sohn.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Dein Blut macht mich rein,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du nennst mich ganz dein,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Mutig komm ich vor den Thron,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freigesprochen durch den Sohn.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Dein Blut macht mich rein,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lear Sans Medium"/>
              </a:rPr>
              <a:t>du nennst mich ganz dein,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 – Refrain 3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 – Refrain 3 (1/2)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in deinen Armen darf ich sein.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lear Sans Medium"/>
              </a:rPr>
              <a:t>in deinen Armen darf ich sein.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lear Sans Medium"/>
              </a:rPr>
              <a:t>Mutig komm ich vor den Thron – Refrain 3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lear Sans Medium"/>
              </a:rPr>
              <a:t>Mutig komm ich vor den Thron – Refrain 3 (2/2)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