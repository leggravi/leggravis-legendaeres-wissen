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783080"/>
            <a:ext cx="10360152" cy="347472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500" b="1">
                <a:ln w="5588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Christ, der Herr,</a:t>
            </a:r>
          </a:p>
          <a:p>
            <a:pPr algn="l">
              <a:spcBef>
                <a:spcPts val="110"/>
              </a:spcBef>
            </a:pPr>
            <a:r>
              <a:rPr sz="5500" b="1">
                <a:ln w="5588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ist heut erstanden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10360152" cy="347472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500" b="1">
                <a:solidFill>
                  <a:srgbClr val="FFFF00"/>
                </a:solidFill>
                <a:latin typeface="Noto Sans Black"/>
              </a:rPr>
              <a:t>Christ, der Herr,</a:t>
            </a:r>
          </a:p>
          <a:p>
            <a:pPr algn="l">
              <a:spcBef>
                <a:spcPts val="110"/>
              </a:spcBef>
            </a:pPr>
            <a:r>
              <a:rPr sz="5500" b="1">
                <a:solidFill>
                  <a:srgbClr val="FFFF00"/>
                </a:solidFill>
                <a:latin typeface="Noto Sans Black"/>
              </a:rPr>
              <a:t>ist heut erstanden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Christ, der Herr, ist heut erstanden</a:t>
            </a:r>
          </a:p>
          <a:p>
            <a:pPr algn="r">
              <a:spcBef>
                <a:spcPts val="280"/>
              </a:spcBef>
            </a:pPr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Worte: Emil Schaller (1972)</a:t>
            </a:r>
          </a:p>
          <a:p>
            <a:pPr algn="r">
              <a:spcBef>
                <a:spcPts val="280"/>
              </a:spcBef>
            </a:pPr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Musik: Lyra Davidica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Noto Sans Black"/>
              </a:rPr>
              <a:t>Christ, der Herr, ist heut erstanden</a:t>
            </a:r>
          </a:p>
          <a:p>
            <a:pPr algn="r">
              <a:spcBef>
                <a:spcPts val="280"/>
              </a:spcBef>
            </a:pPr>
            <a:r>
              <a:rPr sz="1400" b="0">
                <a:solidFill>
                  <a:srgbClr val="FFFF00"/>
                </a:solidFill>
                <a:latin typeface="Noto Sans Black"/>
              </a:rPr>
              <a:t>Worte: Emil Schaller (1972)</a:t>
            </a:r>
          </a:p>
          <a:p>
            <a:pPr algn="r">
              <a:spcBef>
                <a:spcPts val="280"/>
              </a:spcBef>
            </a:pPr>
            <a:r>
              <a:rPr sz="1400" b="0">
                <a:solidFill>
                  <a:srgbClr val="FFFF00"/>
                </a:solidFill>
                <a:latin typeface="Noto Sans Black"/>
              </a:rPr>
              <a:t>Musik: Lyra Davidica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Christ, der Herr,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ist heut erstanden. Halleluja!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Mensch und Engel jubilieren.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Halleluja!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Noto Sans Black"/>
              </a:rPr>
              <a:t>Christ, der Herr,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ist heut erstanden. Halleluja!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Mensch und Engel jubilieren.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Halleluja!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Christ, der Herr, ist heut erstanden – Strophe 1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Noto Sans Black"/>
              </a:rPr>
              <a:t>Christ, der Herr, ist heut erstanden – Strophe 1 (1/2)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Singt von Herzen unserm Gott!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Halleluja!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Himmel, Erde sollen schallen.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Halleluja!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Noto Sans Black"/>
              </a:rPr>
              <a:t>Singt von Herzen unserm Gott!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Halleluja!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Himmel, Erde sollen schallen.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Halleluja!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Christ, der Herr, ist heut erstanden – Strophe 1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Noto Sans Black"/>
              </a:rPr>
              <a:t>Christ, der Herr, ist heut erstanden – Strophe 1 (2/2)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Christi Werk ist nun vollendet.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Halleluja!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Aus der Kampf, der Sieg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errungen. Halleluja!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Noto Sans Black"/>
              </a:rPr>
              <a:t>Christi Werk ist nun vollendet.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Halleluja!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Aus der Kampf, der Sieg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errungen. Halleluja!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Christ, der Herr, ist heut erstanden – Strophe 2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Noto Sans Black"/>
              </a:rPr>
              <a:t>Christ, der Herr, ist heut erstanden – Strophe 2 (1/2)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Seht, die Schatten lichten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sich. Halleluja!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Strahlend geht uns auf die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Sonne. Halleluja!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Noto Sans Black"/>
              </a:rPr>
              <a:t>Seht, die Schatten lichten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sich. Halleluja!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Strahlend geht uns auf die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Sonne. Halleluja!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Christ, der Herr, ist heut erstanden – Strophe 2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Noto Sans Black"/>
              </a:rPr>
              <a:t>Christ, der Herr, ist heut erstanden – Strophe 2 (2/2)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Stein und Wache sind vergebens.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Halleluja!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Und das Siegel ist zerbrochen.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Halleluja!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Noto Sans Black"/>
              </a:rPr>
              <a:t>Stein und Wache sind vergebens.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Halleluja!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Und das Siegel ist zerbrochen.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Halleluja!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Christ, der Herr, ist heut erstanden – Strophe 3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Noto Sans Black"/>
              </a:rPr>
              <a:t>Christ, der Herr, ist heut erstanden – Strophe 3 (1/2)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Auch der Tod hält ihn nicht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fest. Halleluja!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Offen steht das Tor zum Leben.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Halleluja!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Noto Sans Black"/>
              </a:rPr>
              <a:t>Auch der Tod hält ihn nicht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fest. Halleluja!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Offen steht das Tor zum Leben.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Halleluja!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Christ, der Herr, ist heut erstanden – Strophe 3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Noto Sans Black"/>
              </a:rPr>
              <a:t>Christ, der Herr, ist heut erstanden – Strophe 3 (2/2)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Auferstanden, lebt er heute.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Halleluja!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Tod, du hast dein Spiel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verloren. Halleluja!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Noto Sans Black"/>
              </a:rPr>
              <a:t>Auferstanden, lebt er heute.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Halleluja!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Tod, du hast dein Spiel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verloren. Halleluja!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Christ, der Herr, ist heut erstanden – Strophe 4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Noto Sans Black"/>
              </a:rPr>
              <a:t>Christ, der Herr, ist heut erstanden – Strophe 4 (1/2)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Jesus holt uns aus der Angst.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Halleluja!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Singt mit uns das Lied der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Freude! Halleluja!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Noto Sans Black"/>
              </a:rPr>
              <a:t>Jesus holt uns aus der Angst.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Halleluja!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Singt mit uns das Lied der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Freude! Halleluja!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Christ, der Herr, ist heut erstanden – Strophe 4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Noto Sans Black"/>
              </a:rPr>
              <a:t>Christ, der Herr, ist heut erstanden – Strophe 4 (2/2)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783080"/>
            <a:ext cx="10360152" cy="347472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500" b="1">
                <a:ln w="5588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Zehntausend Gründe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10360152" cy="347472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500" b="1">
                <a:solidFill>
                  <a:srgbClr val="FFFF00"/>
                </a:solidFill>
                <a:latin typeface="Noto Sans Black"/>
              </a:rPr>
              <a:t>Zehntausend Gründe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Zehntausend Gründe</a:t>
            </a:r>
          </a:p>
          <a:p>
            <a:pPr algn="r">
              <a:spcBef>
                <a:spcPts val="280"/>
              </a:spcBef>
            </a:pPr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Worte: David Hanheiser</a:t>
            </a:r>
          </a:p>
          <a:p>
            <a:pPr algn="r">
              <a:spcBef>
                <a:spcPts val="280"/>
              </a:spcBef>
            </a:pPr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Musik: Jonas Myrin</a:t>
            </a:r>
          </a:p>
          <a:p>
            <a:pPr algn="r">
              <a:spcBef>
                <a:spcPts val="280"/>
              </a:spcBef>
            </a:pPr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Übersetzung: 10000 Reasons (Ten Thousand Reasons - Bless The Lord)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Noto Sans Black"/>
              </a:rPr>
              <a:t>Zehntausend Gründe</a:t>
            </a:r>
          </a:p>
          <a:p>
            <a:pPr algn="r">
              <a:spcBef>
                <a:spcPts val="280"/>
              </a:spcBef>
            </a:pPr>
            <a:r>
              <a:rPr sz="1400" b="0">
                <a:solidFill>
                  <a:srgbClr val="FFFF00"/>
                </a:solidFill>
                <a:latin typeface="Noto Sans Black"/>
              </a:rPr>
              <a:t>Worte: David Hanheiser</a:t>
            </a:r>
          </a:p>
          <a:p>
            <a:pPr algn="r">
              <a:spcBef>
                <a:spcPts val="280"/>
              </a:spcBef>
            </a:pPr>
            <a:r>
              <a:rPr sz="1400" b="0">
                <a:solidFill>
                  <a:srgbClr val="FFFF00"/>
                </a:solidFill>
                <a:latin typeface="Noto Sans Black"/>
              </a:rPr>
              <a:t>Musik: Jonas Myrin</a:t>
            </a:r>
          </a:p>
          <a:p>
            <a:pPr algn="r">
              <a:spcBef>
                <a:spcPts val="280"/>
              </a:spcBef>
            </a:pPr>
            <a:r>
              <a:rPr sz="1400" b="0">
                <a:solidFill>
                  <a:srgbClr val="FFFF00"/>
                </a:solidFill>
                <a:latin typeface="Noto Sans Black"/>
              </a:rPr>
              <a:t>Übersetzung: 10000 Reasons (Ten Thousand Reasons - Bless The Lord)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Komm und lobe den Herrn,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meine Seele sing,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bete den König an.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Noto Sans Black"/>
              </a:rPr>
              <a:t>Komm und lobe den Herrn,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meine Seele sing,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bete den König 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Zehntausend Gründe – Strophe 1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Noto Sans Black"/>
              </a:rPr>
              <a:t>Zehntausend Gründe – Strophe 1 (1/2)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Sing wie niemals zuvor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nur für ihn.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Und bete den König an.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Noto Sans Black"/>
              </a:rPr>
              <a:t>Sing wie niemals zuvor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nur für ihn.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Und bete den König 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Zehntausend Gründe – Strophe 1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Noto Sans Black"/>
              </a:rPr>
              <a:t>Zehntausend Gründe – Strophe 1 (2/2)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Ein neuer Tag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und ein neuer Morgen,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und wieder bring ich dir mein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Lob.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Noto Sans Black"/>
              </a:rPr>
              <a:t>Ein neuer Tag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und ein neuer Morgen,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und wieder bring ich dir mein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Lob.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Zehntausend Gründe – Strophe 2 (1/3)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Noto Sans Black"/>
              </a:rPr>
              <a:t>Zehntausend Gründe – Strophe 2 (1/3)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Was heut vor mir liegt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und was immer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auch geschehen mag: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Noto Sans Black"/>
              </a:rPr>
              <a:t>Was heut vor mir liegt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und was immer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auch geschehen mag: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Zehntausend Gründe – Strophe 2 (2/3)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Noto Sans Black"/>
              </a:rPr>
              <a:t>Zehntausend Gründe – Strophe 2 (2/3)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Lass mich noch singen,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wenn der Abend kommt.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Noto Sans Black"/>
              </a:rPr>
              <a:t>Lass mich noch singen,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wenn der Abend kommt.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Zehntausend Gründe – Strophe 2 (3/3)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Noto Sans Black"/>
              </a:rPr>
              <a:t>Zehntausend Gründe – Strophe 2 (3/3)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Komm und lobe den Herrn,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meine Seele sing,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bete den König an.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Noto Sans Black"/>
              </a:rPr>
              <a:t>Komm und lobe den Herrn,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meine Seele sing,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bete den König 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Zehntausend Gründe – Strophe 1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Noto Sans Black"/>
              </a:rPr>
              <a:t>Zehntausend Gründe – Strophe 1 (1/2)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Sing wie niemals zuvor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nur für ihn.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Und bete den König an.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Noto Sans Black"/>
              </a:rPr>
              <a:t>Sing wie niemals zuvor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nur für ihn.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Und bete den König 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Zehntausend Gründe – Strophe 1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Noto Sans Black"/>
              </a:rPr>
              <a:t>Zehntausend Gründe – Strophe 1 (2/2)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Du liebst so sehr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und vergibst geduldig,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schenkst Gnade, Trost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und Barmherzigkeit.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Noto Sans Black"/>
              </a:rPr>
              <a:t>Du liebst so sehr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und vergibst geduldig,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schenkst Gnade, Trost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und Barmherzigkeit.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Zehntausend Gründe – Strophe 3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Noto Sans Black"/>
              </a:rPr>
              <a:t>Zehntausend Gründe – Strophe 3 (1/2)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Von deiner Güte will ich immer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singen,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zehntausend Gründe gibst du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mir dafür.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Noto Sans Black"/>
              </a:rPr>
              <a:t>Von deiner Güte will ich immer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singen,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zehntausend Gründe gibst du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mir dafür.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Zehntausend Gründe – Strophe 3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Noto Sans Black"/>
              </a:rPr>
              <a:t>Zehntausend Gründe – Strophe 3 (2/2)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Komm und lobe den Herrn,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meine Seele sing,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bete den König an.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Noto Sans Black"/>
              </a:rPr>
              <a:t>Komm und lobe den Herrn,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meine Seele sing,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bete den König 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Zehntausend Gründe – Strophe 1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Noto Sans Black"/>
              </a:rPr>
              <a:t>Zehntausend Gründe – Strophe 1 (1/2)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Sing wie niemals zuvor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nur für ihn.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Und bete den König an.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Noto Sans Black"/>
              </a:rPr>
              <a:t>Sing wie niemals zuvor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nur für ihn.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Und bete den König 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Zehntausend Gründe – Strophe 1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Noto Sans Black"/>
              </a:rPr>
              <a:t>Zehntausend Gründe – Strophe 1 (2/2)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Und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wenn am Ende die Kräfte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schwinden,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Noto Sans Black"/>
              </a:rPr>
              <a:t>Und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wenn am Ende die Kräfte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schwinden,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Zehntausend Gründe – Strophe 4 (1/3)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Noto Sans Black"/>
              </a:rPr>
              <a:t>Zehntausend Gründe – Strophe 4 (1/3)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wenn meine Zeit dann gekommen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ist,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wird meine Seele dich weiter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preisen,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Noto Sans Black"/>
              </a:rPr>
              <a:t>wenn meine Zeit dann gekommen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ist,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wird meine Seele dich weiter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preisen,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Zehntausend Gründe – Strophe 4 (2/3)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Noto Sans Black"/>
              </a:rPr>
              <a:t>Zehntausend Gründe – Strophe 4 (2/3)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zehntausend Jahre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und in Ewigkeit.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Noto Sans Black"/>
              </a:rPr>
              <a:t>zehntausend Jahre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und in Ewigkeit.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Zehntausend Gründe – Strophe 4 (3/3)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Noto Sans Black"/>
              </a:rPr>
              <a:t>Zehntausend Gründe – Strophe 4 (3/3)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Komm und lobe den Herrn,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meine Seele sing,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bete den König an.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Noto Sans Black"/>
              </a:rPr>
              <a:t>Komm und lobe den Herrn,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meine Seele sing,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bete den König 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Zehntausend Gründe – Strophe 1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Noto Sans Black"/>
              </a:rPr>
              <a:t>Zehntausend Gründe – Strophe 1 (1/2)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Sing wie niemals zuvor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nur für ihn.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Und bete den König an.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Noto Sans Black"/>
              </a:rPr>
              <a:t>Sing wie niemals zuvor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nur für ihn.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Und bete den König 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Zehntausend Gründe – Strophe 1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Noto Sans Black"/>
              </a:rPr>
              <a:t>Zehntausend Gründe – Strophe 1 (2/2)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783080"/>
            <a:ext cx="10360152" cy="347472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500" b="1">
                <a:ln w="5588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Ewigkeit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10360152" cy="347472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500" b="1">
                <a:solidFill>
                  <a:srgbClr val="FFFF00"/>
                </a:solidFill>
                <a:latin typeface="Noto Sans Black"/>
              </a:rPr>
              <a:t>Ewigkeit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Ewigkeit</a:t>
            </a:r>
          </a:p>
          <a:p>
            <a:pPr algn="r">
              <a:spcBef>
                <a:spcPts val="280"/>
              </a:spcBef>
            </a:pPr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Worte: und Music: Mia Friesen und Niko Nilkens (2020)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Noto Sans Black"/>
              </a:rPr>
              <a:t>Ewigkeit</a:t>
            </a:r>
          </a:p>
          <a:p>
            <a:pPr algn="r">
              <a:spcBef>
                <a:spcPts val="280"/>
              </a:spcBef>
            </a:pPr>
            <a:r>
              <a:rPr sz="1400" b="0">
                <a:solidFill>
                  <a:srgbClr val="FFFF00"/>
                </a:solidFill>
                <a:latin typeface="Noto Sans Black"/>
              </a:rPr>
              <a:t>Worte: und Music: Mia Friesen und Niko Nilkens (2020)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Ich sehne mich nach einem Ort,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wo alles Leid ein Ende hat.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Denn was ich mit den Augen seh,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Noto Sans Black"/>
              </a:rPr>
              <a:t>Ich sehne mich nach einem Ort,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wo alles Leid ein Ende hat.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Denn was ich mit den Augen seh,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Ewigkeit – Strophe 1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Noto Sans Black"/>
              </a:rPr>
              <a:t>Ewigkeit – Strophe 1 (1/2)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kann meine Seele nicht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verstehn.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Noto Sans Black"/>
              </a:rPr>
              <a:t>kann meine Seele nicht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verstehn.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Ewigkeit – Strophe 1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Noto Sans Black"/>
              </a:rPr>
              <a:t>Ewigkeit – Strophe 1 (2/2)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Ich weiß, du hast den besten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Plan,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auf den ich mich verlassen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kann.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Noto Sans Black"/>
              </a:rPr>
              <a:t>Ich weiß, du hast den besten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Plan,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auf den ich mich verlassen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kann.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Ewigkeit – Strophe 2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Noto Sans Black"/>
              </a:rPr>
              <a:t>Ewigkeit – Strophe 2 (1/2)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Auf jedem noch so schweren Weg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schau ich auf das,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was nie vergeht.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Noto Sans Black"/>
              </a:rPr>
              <a:t>Auf jedem noch so schweren Weg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schau ich auf das,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was nie vergeht.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Ewigkeit – Strophe 2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Noto Sans Black"/>
              </a:rPr>
              <a:t>Ewigkeit – Strophe 2 (2/2)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Die Ewigkeit ist mein Zuhause,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du hast sie mir ins Herz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gelegt.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Noto Sans Black"/>
              </a:rPr>
              <a:t>Die Ewigkeit ist mein Zuhause,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du hast sie mir ins Herz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gelegt.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Ewigkeit – Strophe 3 (1/3)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Noto Sans Black"/>
              </a:rPr>
              <a:t>Ewigkeit – Strophe 3 (1/3)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Auch wenn ich sterben werde,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weiß ich,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dass meine Seele ewig lebt.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Noto Sans Black"/>
              </a:rPr>
              <a:t>Auch wenn ich sterben werde,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weiß ich,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dass meine Seele ewig lebt.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Ewigkeit – Strophe 3 (2/3)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Noto Sans Black"/>
              </a:rPr>
              <a:t>Ewigkeit – Strophe 3 (2/3)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Und diese Hoffnung wird mich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tragen,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bis ich dir gegenüber steh.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Noto Sans Black"/>
              </a:rPr>
              <a:t>Und diese Hoffnung wird mich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tragen,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bis ich dir gegenüber steh.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Ewigkeit – Strophe 3 (3/3)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Noto Sans Black"/>
              </a:rPr>
              <a:t>Ewigkeit – Strophe 3 (3/3)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Ich weiß, ich bin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nur zu Besuch,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denn wahre Heimat gibst nur du.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Als Bürger deines Himmelreichs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Noto Sans Black"/>
              </a:rPr>
              <a:t>Ich weiß, ich bin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nur zu Besuch,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denn wahre Heimat gibst nur du.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Als Bürger deines Himmelreichs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Ewigkeit – Strophe 4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Noto Sans Black"/>
              </a:rPr>
              <a:t>Ewigkeit – Strophe 4 (1/2)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werd ich für immer bei dir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sein.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Noto Sans Black"/>
              </a:rPr>
              <a:t>werd ich für immer bei dir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sein.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Ewigkeit – Strophe 4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Noto Sans Black"/>
              </a:rPr>
              <a:t>Ewigkeit – Strophe 4 (2/2)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Die Ewigkeit ist mein Zuhause,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du hast sie mir ins Herz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gelegt.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Noto Sans Black"/>
              </a:rPr>
              <a:t>Die Ewigkeit ist mein Zuhause,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du hast sie mir ins Herz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gelegt.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Ewigkeit – Strophe 3 (1/3)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Noto Sans Black"/>
              </a:rPr>
              <a:t>Ewigkeit – Strophe 3 (1/3)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Auch wenn ich sterben werde,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weiß ich,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dass meine Seele ewig lebt.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Noto Sans Black"/>
              </a:rPr>
              <a:t>Auch wenn ich sterben werde,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weiß ich,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dass meine Seele ewig lebt.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Ewigkeit – Strophe 3 (2/3)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Noto Sans Black"/>
              </a:rPr>
              <a:t>Ewigkeit – Strophe 3 (2/3)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Und diese Hoffnung wird mich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tragen,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bis ich dir gegenüber steh.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Noto Sans Black"/>
              </a:rPr>
              <a:t>Und diese Hoffnung wird mich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tragen,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bis ich dir gegenüber steh.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Ewigkeit – Strophe 3 (3/3)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Noto Sans Black"/>
              </a:rPr>
              <a:t>Ewigkeit – Strophe 3 (3/3)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Mit Fokus auf die Ewigkeit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leb ich für das,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was ewig bleibt,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das Ziel vor Augen Tag für Tag,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Noto Sans Black"/>
              </a:rPr>
              <a:t>Mit Fokus auf die Ewigkeit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leb ich für das,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was ewig bleibt,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das Ziel vor Augen Tag für Tag,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Ewigkeit – Strophe 5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Noto Sans Black"/>
              </a:rPr>
              <a:t>Ewigkeit – Strophe 5 (1/2)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bis ich den Lauf vollendet hab.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Noto Sans Black"/>
              </a:rPr>
              <a:t>bis ich den Lauf vollendet hab.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Ewigkeit – Strophe 5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Noto Sans Black"/>
              </a:rPr>
              <a:t>Ewigkeit – Strophe 5 (2/2)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Die Ewigkeit ist mein Zuhause,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du hast sie mir ins Herz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gelegt.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Noto Sans Black"/>
              </a:rPr>
              <a:t>Die Ewigkeit ist mein Zuhause,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du hast sie mir ins Herz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gelegt.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Ewigkeit – Strophe 3 (1/3)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Noto Sans Black"/>
              </a:rPr>
              <a:t>Ewigkeit – Strophe 3 (1/3)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Auch wenn ich sterben werde,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weiß ich,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dass meine Seele ewig lebt.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Noto Sans Black"/>
              </a:rPr>
              <a:t>Auch wenn ich sterben werde,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weiß ich,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dass meine Seele ewig lebt.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Ewigkeit – Strophe 3 (2/3)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Noto Sans Black"/>
              </a:rPr>
              <a:t>Ewigkeit – Strophe 3 (2/3)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Und diese Hoffnung wird mich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tragen,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bis ich dir gegenüber steh.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Noto Sans Black"/>
              </a:rPr>
              <a:t>Und diese Hoffnung wird mich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tragen,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bis ich dir gegenüber steh.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Ewigkeit – Strophe 3 (3/3)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Noto Sans Black"/>
              </a:rPr>
              <a:t>Ewigkeit – Strophe 3 (3/3)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Ich werd dir gegenüber stehn.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Noto Sans Black"/>
              </a:rPr>
              <a:t>Ich werd dir gegenüber stehn.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Ewigkeit – Strophe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Noto Sans Black"/>
              </a:rPr>
              <a:t>Ewigkeit – Strophe 6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783080"/>
            <a:ext cx="10360152" cy="347472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500" b="1">
                <a:ln w="5588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Jesus, geh voran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10360152" cy="347472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500" b="1">
                <a:solidFill>
                  <a:srgbClr val="FFFF00"/>
                </a:solidFill>
                <a:latin typeface="Noto Sans Black"/>
              </a:rPr>
              <a:t>Jesus, geh voran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Jesus, geh voran</a:t>
            </a:r>
          </a:p>
          <a:p>
            <a:pPr algn="r">
              <a:spcBef>
                <a:spcPts val="280"/>
              </a:spcBef>
            </a:pPr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Worte: Nikolaus Ludwig Graf von Zinzendorf</a:t>
            </a:r>
          </a:p>
          <a:p>
            <a:pPr algn="r">
              <a:spcBef>
                <a:spcPts val="280"/>
              </a:spcBef>
            </a:pPr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Musik: Seelenbräutigam, Jesus, Gotteslamm!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Noto Sans Black"/>
              </a:rPr>
              <a:t>Jesus, geh voran</a:t>
            </a:r>
          </a:p>
          <a:p>
            <a:pPr algn="r">
              <a:spcBef>
                <a:spcPts val="280"/>
              </a:spcBef>
            </a:pPr>
            <a:r>
              <a:rPr sz="1400" b="0">
                <a:solidFill>
                  <a:srgbClr val="FFFF00"/>
                </a:solidFill>
                <a:latin typeface="Noto Sans Black"/>
              </a:rPr>
              <a:t>Worte: Nikolaus Ludwig Graf von Zinzendorf</a:t>
            </a:r>
          </a:p>
          <a:p>
            <a:pPr algn="r">
              <a:spcBef>
                <a:spcPts val="280"/>
              </a:spcBef>
            </a:pPr>
            <a:r>
              <a:rPr sz="1400" b="0">
                <a:solidFill>
                  <a:srgbClr val="FFFF00"/>
                </a:solidFill>
                <a:latin typeface="Noto Sans Black"/>
              </a:rPr>
              <a:t>Musik: Seelenbräutigam, Jesus, Gotteslamm!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Jesus, geh voran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auf der Lebensbahn!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Und wir wollen nicht verweilen,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dir getreulich nachzueilen;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Noto Sans Black"/>
              </a:rPr>
              <a:t>Jesus, geh voran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auf der Lebensbahn!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Und wir wollen nicht verweilen,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dir getreulich nachzueilen;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Jesus, geh voran – Strophe 1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Noto Sans Black"/>
              </a:rPr>
              <a:t>Jesus, geh voran – Strophe 1 (1/2)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führ' uns an der Hand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bis ins Vaterland.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Noto Sans Black"/>
              </a:rPr>
              <a:t>führ' uns an der Hand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bis ins Vaterland.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Jesus, geh voran – Strophe 1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Noto Sans Black"/>
              </a:rPr>
              <a:t>Jesus, geh voran – Strophe 1 (2/2)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Soll's uns hart ergehn,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lass uns feste stehn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und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auch in den schwersten Tagen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Noto Sans Black"/>
              </a:rPr>
              <a:t>Soll's uns hart ergehn,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lass uns feste stehn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und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auch in den schwersten Tagen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Jesus, geh voran – Strophe 2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Noto Sans Black"/>
              </a:rPr>
              <a:t>Jesus, geh voran – Strophe 2 (1/2)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niemals über Lasten klagen;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denn durch Trübsal hier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geht der Weg zu dir.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Noto Sans Black"/>
              </a:rPr>
              <a:t>niemals über Lasten klagen;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denn durch Trübsal hier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geht der Weg zu dir.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Jesus, geh voran – Strophe 2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Noto Sans Black"/>
              </a:rPr>
              <a:t>Jesus, geh voran – Strophe 2 (2/2)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Rühret eigner Schmerz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irgend unser Herz,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kümmert uns ein fremdes Leiden,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o so gib Geduld zu beiden;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Noto Sans Black"/>
              </a:rPr>
              <a:t>Rühret eigner Schmerz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irgend unser Herz,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kümmert uns ein fremdes Leiden,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o so gib Geduld zu beiden;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Jesus, geh voran – Strophe 3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Noto Sans Black"/>
              </a:rPr>
              <a:t>Jesus, geh voran – Strophe 3 (1/2)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richte unsern Sinn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auf das Ende hin.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Noto Sans Black"/>
              </a:rPr>
              <a:t>richte unsern Sinn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auf das Ende hin.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Jesus, geh voran – Strophe 3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Noto Sans Black"/>
              </a:rPr>
              <a:t>Jesus, geh voran – Strophe 3 (2/2)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Ordne unsern Gang,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Jesus, lebenslang.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Führst du uns durch rauhe Wege,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gib uns auch die nöt'ge Pflege;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Noto Sans Black"/>
              </a:rPr>
              <a:t>Ordne unsern Gang,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Jesus, lebenslang.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Führst du uns durch rauhe Wege,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gib uns auch die nöt'ge Pflege;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Jesus, geh voran – Strophe 4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Noto Sans Black"/>
              </a:rPr>
              <a:t>Jesus, geh voran – Strophe 4 (1/2)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tu uns nach dem Lauf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deine Türe auf.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Noto Sans Black"/>
              </a:rPr>
              <a:t>tu uns nach dem Lauf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Noto Sans Black"/>
              </a:rPr>
              <a:t>deine Türe auf.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Noto Sans Black"/>
              </a:rPr>
              <a:t>Jesus, geh voran – Strophe 4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Noto Sans Black"/>
              </a:rPr>
              <a:t>Jesus, geh voran – Strophe 4 (2/2)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