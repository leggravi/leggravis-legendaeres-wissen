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Christ ist erstanden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solidFill>
                  <a:srgbClr val="FFFF00"/>
                </a:solidFill>
                <a:latin typeface="Junicode SmBold [NONE]"/>
              </a:rPr>
              <a:t>Christ ist erstanden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Christ ist erstanden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Worte: Österreich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Musik: Passau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Christ ist erstanden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Junicode SmBold [NONE]"/>
              </a:rPr>
              <a:t>Worte: Österreich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Junicode SmBold [NONE]"/>
              </a:rPr>
              <a:t>Musik: Passau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Christ ist erstanden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von der Marter alle.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Des solln wir alle froh sein,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Christ will unser Trost sein.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Christ ist erstanden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von der Marter alle.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Des solln wir alle froh sein,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Christ will unser Trost sein.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Christ ist erstanden – Strophe 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Christ ist erstanden – Strophe 1 (1/2)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Ky-ri-e-leis.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Ky-ri-e-leis.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Christ ist erstanden – Strophe 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Christ ist erstanden – Strophe 1 (2/2)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Wär er nicht erstanden,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so wär die Welt vergangen.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Seit dass er erstanden ist,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Wär er nicht erstanden,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so wär die Welt vergangen.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Seit dass er erstanden ist,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Christ ist erstanden – Strophe 2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Christ ist erstanden – Strophe 2 (1/2)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so lobn wir den Vater Jesu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Christ.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Ky-ri-e-leis.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so lobn wir den Vater Jesu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Christ.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Ky-ri-e-leis.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Christ ist erstanden – Strophe 2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Christ ist erstanden – Strophe 2 (2/2)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Halleluja, Halleluja,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Halleluja!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Des solln wir alle froh sein,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Christ will unser Trost sein.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Halleluja, Halleluja,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Halleluja!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Des solln wir alle froh sein,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Christ will unser Trost sein.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Christ ist erstanden – Strophe 3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Christ ist erstanden – Strophe 3 (1/2)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Ky-ri-e-leis.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Ky-ri-e-leis.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Christ ist erstanden – Strophe 3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Christ ist erstanden – Strophe 3 (2/2)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Heilig für immer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solidFill>
                  <a:srgbClr val="FFFF00"/>
                </a:solidFill>
                <a:latin typeface="Junicode SmBold [NONE]"/>
              </a:rPr>
              <a:t>Heilig für immer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Heilig für immer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Worte: Nico Buchholz, Niko Nilkens (2020) und Marcel Wittwer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Musik: Jason Ingram, Brian Johnson &amp; Jenn Johnson, Chris Tomlin und Phil Wickham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Heilig für immer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Junicode SmBold [NONE]"/>
              </a:rPr>
              <a:t>Worte: Nico Buchholz, Niko Nilkens (2020) und Marcel Wittwer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Junicode SmBold [NONE]"/>
              </a:rPr>
              <a:t>Musik: Jason Ingram, Brian Johnson &amp; Jenn Johnson, Chris Tomlin und Phil Wickham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Tausend Generationen knien in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Anbetung.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Sie singen: "Alle Ehre sei dem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Lamm!"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Tausend Generationen knien in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Anbetung.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Sie singen: "Alle Ehre sei dem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Lamm!"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Heilig für immer – Strophe 1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Heilig für immer – Strophe 1 (1/3)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Und wer uns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schon vorausging und wer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noch glauben wird,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Und wer uns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schon vorausging und wer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noch glauben wird,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Heilig für immer – Strophe 1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Heilig für immer – Strophe 1 (2/3)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sie singen: "Alle Ehre sei dem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Lamm!"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sie singen: "Alle Ehre sei dem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Lamm!"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Heilig für immer – Strophe 1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Heilig für immer – Strophe 1 (3/3)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Dein Name ist höher,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dein Name ist größer.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Und nichts reicht an dich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heran.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Dein Name ist höher,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dein Name ist größer.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Und nichts reicht an dich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heran.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Heilig für immer – Pre-Refrain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Heilig für immer – Pre-Refrain (1/2)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Kein Thron, keine Herrschaft,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kein Reich und keine Weltmacht,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nein, nichts reicht an dich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heran.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Kein Thron, keine Herrschaft,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kein Reich und keine Weltmacht,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nein, nichts reicht an dich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heran.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Heilig für immer – Pre-Refrain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Heilig für immer – Pre-Refrain (2/2)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Und der Himmel singt: "Heilig!"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Alle Schöpfung singt: "Heilig!"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Du bist hoch erhöht, heilig.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Heilig für immer.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Und der Himmel singt: "Heilig!"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Alle Schöpfung singt: "Heilig!"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Du bist hoch erhöht, heilig.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Heilig für immer.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Heilig für immer – Refrain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Heilig für immer – Refrain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Hör dein Volk, es singt: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"Heilig!"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Dir, dem Herrn der Herrn: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"Heilig!"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Hör dein Volk, es singt: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"Heilig!"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Dir, dem Herrn der Herrn: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"Heilig!"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Heilig für immer – Brücke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Heilig für immer – Brücke (1/2)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Denn du bist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und bleibst heilig.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Heilig für immer.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Denn du bist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und bleibst heilig.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Heilig für immer.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Heilig für immer – Brücke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Heilig für immer – Brücke (2/2)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Hat er dir vergeben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und hat er dich erlöst,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dann sing ihm dieses Lied für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alle Zeit.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Hat er dir vergeben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und hat er dich erlöst,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dann sing ihm dieses Lied für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alle Zeit.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Heilig für immer – Strophe 2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Heilig für immer – Strophe 2 (1/3)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Wenn er dich befreit hat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und du zu ihm gehörst,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dann sing ihm dieses Lied für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alle Zeit.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Wenn er dich befreit hat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und du zu ihm gehörst,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dann sing ihm dieses Lied für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alle Zeit.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Heilig für immer – Strophe 2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Heilig für immer – Strophe 2 (2/3)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Wir singen dieses Lied in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Ewigkeit.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Wir singen dieses Lied in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Ewigkeit.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Heilig für immer – Strophe 2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Heilig für immer – Strophe 2 (3/3)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Und der Himmel singt: "Heilig"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Alle Schöpfung singt: "Heilig"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Du bist hoch erhöht, heilig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Heilig für immer, oh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Und der Himmel singt: "Heilig"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Alle Schöpfung singt: "Heilig"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Du bist hoch erhöht, heilig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Heilig für immer, oh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Heilig für immer – Refrain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Heilig für immer – Refrain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Hör dein Volk, es singt: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"Heilig!"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Dir, dem Herrn der Herrn: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"Heilig!"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Hör dein Volk, es singt: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"Heilig!"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Dir, dem Herrn der Herrn: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"Heilig!"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Heilig für immer – Brücke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Heilig für immer – Brücke (1/2)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Denn du bist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und bleibst heilig.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Heilig für immer.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Denn du bist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und bleibst heilig.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Heilig für immer.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Heilig für immer – Brücke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Heilig für immer – Brücke (2/2)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Denn du bist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und bleibst heilig.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Heilig für immer.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Denn du bist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und bleibst heilig.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Heilig für immer.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Heilig für immer – Refrain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Heilig für immer – Refrain 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Lasst uns feiern das Mahl,</a:t>
            </a:r>
          </a:p>
          <a:p>
            <a:pPr algn="l">
              <a:spcBef>
                <a:spcPts val="110"/>
              </a:spcBef>
            </a:pPr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das er uns gab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solidFill>
                  <a:srgbClr val="FFFF00"/>
                </a:solidFill>
                <a:latin typeface="Junicode SmBold [NONE]"/>
              </a:rPr>
              <a:t>Lasst uns feiern das Mahl,</a:t>
            </a:r>
          </a:p>
          <a:p>
            <a:pPr algn="l">
              <a:spcBef>
                <a:spcPts val="110"/>
              </a:spcBef>
            </a:pPr>
            <a:r>
              <a:rPr sz="5500" b="1">
                <a:solidFill>
                  <a:srgbClr val="FFFF00"/>
                </a:solidFill>
                <a:latin typeface="Junicode SmBold [NONE]"/>
              </a:rPr>
              <a:t>das er uns gab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Lasst uns feiern das Mahl, das er uns gab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Worte: Peter Strauch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Musik: Spiritual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Lasst uns feiern das Mahl, das er uns gab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Junicode SmBold [NONE]"/>
              </a:rPr>
              <a:t>Worte: Peter Strauch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Junicode SmBold [NONE]"/>
              </a:rPr>
              <a:t>Musik: Spiritual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Lasst uns feiern das Mahl,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das er uns gab.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Unser Herr ist bei uns,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verließ das Grab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Lasst uns feiern das Mahl,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das er uns gab.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Unser Herr ist bei uns,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verließ das Grab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Lasst uns feiern das Mahl, das er uns gab – Strophe 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Lasst uns feiern das Mahl, das er uns gab – Strophe 1 (1/2)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und hat Leben uns gebracht.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Singt, vorbei ist nun die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Nacht.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und hat Leben uns gebracht.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Singt, vorbei ist nun die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Nacht.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Lasst uns feiern das Mahl, das er uns gab – Strophe 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Lasst uns feiern das Mahl, das er uns gab – Strophe 1 (2/2)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O Herr, wir beten dich 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O Herr, wir beten dich 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Lasst uns feiern das Mahl, das er uns gab – Refrain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Lasst uns feiern das Mahl, das er uns gab – Refrain 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Lasst uns feiern mit Brot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und auch mit Wein.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Unser Herr will uns Brot des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Lebens sein.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Lasst uns feiern mit Brot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und auch mit Wein.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Unser Herr will uns Brot des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Lebens sein.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Lasst uns feiern das Mahl, das er uns gab – Strophe 2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Lasst uns feiern das Mahl, das er uns gab – Strophe 2 (1/2)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Sein Blut reinigt von der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Schuld,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und er hat mit uns Geduld.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Sein Blut reinigt von der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Schuld,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und er hat mit uns Geduld.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Lasst uns feiern das Mahl, das er uns gab – Strophe 2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Lasst uns feiern das Mahl, das er uns gab – Strophe 2 (2/2)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O Herr, wir beten dich 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O Herr, wir beten dich 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Lasst uns feiern das Mahl, das er uns gab – Refrain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Lasst uns feiern das Mahl, das er uns gab – Refrain 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Lasst uns feiern das Mahl,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das Hoffnung gibt.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Er wird kommen, der Herr,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der uns geliebt;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Lasst uns feiern das Mahl,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das Hoffnung gibt.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Er wird kommen, der Herr,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der uns geliebt;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Lasst uns feiern das Mahl, das er uns gab – Strophe 3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Lasst uns feiern das Mahl, das er uns gab – Strophe 3 (1/2)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und in seiner Herrlichkeit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ist das Mahl für uns bereit.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und in seiner Herrlichkeit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ist das Mahl für uns bereit.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Lasst uns feiern das Mahl, das er uns gab – Strophe 3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Lasst uns feiern das Mahl, das er uns gab – Strophe 3 (2/2)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O Herr, wir beten dich 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O Herr, wir beten dich 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Lasst uns feiern das Mahl, das er uns gab – Refrain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Lasst uns feiern das Mahl, das er uns gab – Refrain 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Für den König,</a:t>
            </a:r>
          </a:p>
          <a:p>
            <a:pPr algn="l">
              <a:spcBef>
                <a:spcPts val="110"/>
              </a:spcBef>
            </a:pPr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für den Herrn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solidFill>
                  <a:srgbClr val="FFFF00"/>
                </a:solidFill>
                <a:latin typeface="Junicode SmBold [NONE]"/>
              </a:rPr>
              <a:t>Für den König,</a:t>
            </a:r>
          </a:p>
          <a:p>
            <a:pPr algn="l">
              <a:spcBef>
                <a:spcPts val="110"/>
              </a:spcBef>
            </a:pPr>
            <a:r>
              <a:rPr sz="5500" b="1">
                <a:solidFill>
                  <a:srgbClr val="FFFF00"/>
                </a:solidFill>
                <a:latin typeface="Junicode SmBold [NONE]"/>
              </a:rPr>
              <a:t>für den Herrn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Für den König, für den Herrn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Worte: und Music: Albert Frey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Für den König, für den Herrn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Junicode SmBold [NONE]"/>
              </a:rPr>
              <a:t>Worte: und Music: Albert Frey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Für den König, für den Herrn. 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Für ihn geben wir uns hin. 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Seine Ehre unser Ziel,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Für den König, für den Herrn. 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Für ihn geben wir uns hin. 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Seine Ehre unser Ziel,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Für den König, für den Herrn – Strophe 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Für den König, für den Herrn – Strophe 1 (1/2)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nichts bedeutet uns jemals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so viel.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nichts bedeutet uns jemals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so viel.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Für den König, für den Herrn – Strophe 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Für den König, für den Herrn – Strophe 1 (2/2)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Für den König, für sein Reich. 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Alle Menschen sind hier gleich.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Lamm und Löwe sind vereint,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Für den König, für sein Reich. 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Alle Menschen sind hier gleich.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Lamm und Löwe sind vereint,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Für den König, für den Herrn – Strophe 2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Für den König, für den Herrn – Strophe 2 (1/2)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und das Licht der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Gerechtigkeit scheint.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und das Licht der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Gerechtigkeit scheint.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Für den König, für den Herrn – Strophe 2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Für den König, für den Herrn – Strophe 2 (2/2)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Alle Ehre König Jesus!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Unsere Herzen, sie fliegen dir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zu.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Wir erheben deinen Namen!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Alle Ehre König Jesus!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Unsere Herzen, sie fliegen dir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zu.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Wir erheben deinen Namen!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Für den König, für den Herrn – Strophe 3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Für den König, für den Herrn – Strophe 3 (1/2)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Der allein wahre König bist du!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Der allein wahre König bist du!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Für den König, für den Herrn – Strophe 3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Für den König, für den Herrn – Strophe 3 (2/2)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Für den König, für sein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Schwert,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das den Feind das Fürchten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lehrt,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Für den König, für sein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Schwert,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das den Feind das Fürchten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lehrt,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Für den König, für den Herrn – Strophe 4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Für den König, für den Herrn – Strophe 4 (1/2)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unsre Freiheit garantiert,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uns zum Schutz unsre Grenzen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markiert.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unsre Freiheit garantiert,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uns zum Schutz unsre Grenzen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markiert.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Für den König, für den Herrn – Strophe 4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Für den König, für den Herrn – Strophe 4 (2/2)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Für den König, für sein Volk,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für die Heerschar,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die ihm folgt.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Ihm, der uns sein Leben gibt.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Für den König, für sein Volk,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für die Heerschar,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die ihm folgt.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Ihm, der uns sein Leben gibt.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Für den König, für den Herrn – Strophe 5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Für den König, für den Herrn – Strophe 5 (1/2)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Lasst uns lieben,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so wie er uns liebt!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Lasst uns lieben,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so wie er uns liebt!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Für den König, für den Herrn – Strophe 5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Für den König, für den Herrn – Strophe 5 (2/2)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Alle Ehre König Jesus!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Unsere Herzen, sie fliegen dir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zu.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Wir erheben deinen Namen!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Alle Ehre König Jesus!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Unsere Herzen, sie fliegen dir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zu.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Wir erheben deinen Namen!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Für den König, für den Herrn – Strophe 6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Für den König, für den Herrn – Strophe 6 (1/2)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Der allein wahre König bist du!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Der allein wahre König bist du!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Für den König, für den Herrn – Strophe 6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Für den König, für den Herrn – Strophe 6 (2/2)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Auf, auf, mein Herz,</a:t>
            </a:r>
          </a:p>
          <a:p>
            <a:pPr algn="l">
              <a:spcBef>
                <a:spcPts val="110"/>
              </a:spcBef>
            </a:pPr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mit Freuden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solidFill>
                  <a:srgbClr val="FFFF00"/>
                </a:solidFill>
                <a:latin typeface="Junicode SmBold [NONE]"/>
              </a:rPr>
              <a:t>Auf, auf, mein Herz,</a:t>
            </a:r>
          </a:p>
          <a:p>
            <a:pPr algn="l">
              <a:spcBef>
                <a:spcPts val="110"/>
              </a:spcBef>
            </a:pPr>
            <a:r>
              <a:rPr sz="5500" b="1">
                <a:solidFill>
                  <a:srgbClr val="FFFF00"/>
                </a:solidFill>
                <a:latin typeface="Junicode SmBold [NONE]"/>
              </a:rPr>
              <a:t>mit Freuden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Auf, auf, mein Herz, mit Freuden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Worte: Paul Gerhardt (1647) und 2. Thimotheus 2,11-12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Musik: Johann Krüger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Übersetzung: Awake, my heart, with gladness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Auf, auf, mein Herz, mit Freuden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Junicode SmBold [NONE]"/>
              </a:rPr>
              <a:t>Worte: Paul Gerhardt (1647) und 2. Thimotheus 2,11-12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Junicode SmBold [NONE]"/>
              </a:rPr>
              <a:t>Musik: Johann Krüger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Junicode SmBold [NONE]"/>
              </a:rPr>
              <a:t>Übersetzung: Awake, my heart, with gladness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Auf, auf, mein Herz,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mit Freuden nimm wahr,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was heut geschieht;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wie kommt nach großem Leiden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Auf, auf, mein Herz,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mit Freuden nimm wahr,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was heut geschieht;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wie kommt nach großem Leiden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Auf, auf, mein Herz, mit Freuden – Strophe 1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Auf, auf, mein Herz, mit Freuden – Strophe 1 (1/3)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nun ein so großes Licht!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Mein Heiland war gelegt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da, wo man uns hinträgt,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wenn von uns unser Geist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nun ein so großes Licht!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Mein Heiland war gelegt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da, wo man uns hinträgt,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wenn von uns unser Geist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Auf, auf, mein Herz, mit Freuden – Strophe 1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Auf, auf, mein Herz, mit Freuden – Strophe 1 (2/3)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gen Himmel ist gereist.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gen Himmel ist gereist.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Auf, auf, mein Herz, mit Freuden – Strophe 1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Auf, auf, mein Herz, mit Freuden – Strophe 1 (3/3)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Er war ins Grab gesenket,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der Feind trieb groß Geschrei;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eh er's vermeint und denket,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ist Christus wieder frei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Er war ins Grab gesenket,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der Feind trieb groß Geschrei;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eh er's vermeint und denket,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ist Christus wieder frei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Auf, auf, mein Herz, mit Freuden – Strophe 2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Auf, auf, mein Herz, mit Freuden – Strophe 2 (1/2)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und ruft "Viktoria",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schwingt fröhlich hier und da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sein Fähnlein als ein Held,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der Feld und Mut behält.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und ruft "Viktoria",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schwingt fröhlich hier und da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sein Fähnlein als ein Held,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der Feld und Mut behält.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Auf, auf, mein Herz, mit Freuden – Strophe 2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Auf, auf, mein Herz, mit Freuden – Strophe 2 (2/2)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Das ist mir anzuschauen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ein rechtes Freudenspiel;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nun soll mir nicht mehr grauen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vor allem, was mir will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Das ist mir anzuschauen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ein rechtes Freudenspiel;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nun soll mir nicht mehr grauen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vor allem, was mir will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Auf, auf, mein Herz, mit Freuden – Strophe 3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Auf, auf, mein Herz, mit Freuden – Strophe 3 (1/2)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entnehmen meinen Mut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zusamt dem edlen Gut,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so mir durch Jesus Christ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aus Lieb erworben ist.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Junicode SmBold [NONE]"/>
              </a:rPr>
              <a:t>entnehmen meinen Mut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zusamt dem edlen Gut,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so mir durch Jesus Christ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Junicode SmBold [NONE]"/>
              </a:rPr>
              <a:t>aus Lieb erworben 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Junicode SmBold [NONE]"/>
              </a:rPr>
              <a:t>Auf, auf, mein Herz, mit Freuden – Strophe 3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Junicode SmBold [NONE]"/>
              </a:rPr>
              <a:t>Auf, auf, mein Herz, mit Freuden – Strophe 3 (2/2)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